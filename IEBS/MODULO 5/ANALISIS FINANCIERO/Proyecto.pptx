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88" r:id="rId5"/>
    <p:sldId id="289" r:id="rId6"/>
    <p:sldId id="292" r:id="rId7"/>
    <p:sldId id="301" r:id="rId8"/>
    <p:sldId id="299" r:id="rId9"/>
    <p:sldId id="303" r:id="rId10"/>
    <p:sldId id="298" r:id="rId11"/>
    <p:sldId id="304" r:id="rId12"/>
    <p:sldId id="305" r:id="rId13"/>
    <p:sldId id="306" r:id="rId14"/>
    <p:sldId id="290" r:id="rId15"/>
    <p:sldId id="273" r:id="rId16"/>
    <p:sldId id="307" r:id="rId17"/>
    <p:sldId id="308" r:id="rId18"/>
    <p:sldId id="274" r:id="rId19"/>
    <p:sldId id="309" r:id="rId20"/>
    <p:sldId id="268" r:id="rId2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F7F7F"/>
    <a:srgbClr val="302030"/>
    <a:srgbClr val="79A466"/>
    <a:srgbClr val="A466A1"/>
    <a:srgbClr val="7C4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DD412-EE36-4FD3-A8CF-AAAE0AE8A3DF}" v="79" dt="2024-05-01T19:30:07.710"/>
  </p1510:revLst>
</p1510:revInfo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 mitjà 2 - èmfasi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1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80" y="3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iol puig i Carreró" userId="aba7334eafb07142" providerId="LiveId" clId="{18DDD412-EE36-4FD3-A8CF-AAAE0AE8A3DF}"/>
    <pc:docChg chg="undo custSel addSld delSld modSld sldOrd">
      <pc:chgData name="Oriol puig i Carreró" userId="aba7334eafb07142" providerId="LiveId" clId="{18DDD412-EE36-4FD3-A8CF-AAAE0AE8A3DF}" dt="2024-05-01T19:32:42.548" v="2662" actId="1076"/>
      <pc:docMkLst>
        <pc:docMk/>
      </pc:docMkLst>
      <pc:sldChg chg="add del">
        <pc:chgData name="Oriol puig i Carreró" userId="aba7334eafb07142" providerId="LiveId" clId="{18DDD412-EE36-4FD3-A8CF-AAAE0AE8A3DF}" dt="2024-05-01T18:42:30.647" v="846" actId="2696"/>
        <pc:sldMkLst>
          <pc:docMk/>
          <pc:sldMk cId="421519693" sldId="260"/>
        </pc:sldMkLst>
      </pc:sldChg>
      <pc:sldChg chg="add del">
        <pc:chgData name="Oriol puig i Carreró" userId="aba7334eafb07142" providerId="LiveId" clId="{18DDD412-EE36-4FD3-A8CF-AAAE0AE8A3DF}" dt="2024-05-01T18:43:19.259" v="857" actId="2696"/>
        <pc:sldMkLst>
          <pc:docMk/>
          <pc:sldMk cId="3388139804" sldId="261"/>
        </pc:sldMkLst>
      </pc:sldChg>
      <pc:sldChg chg="add del">
        <pc:chgData name="Oriol puig i Carreró" userId="aba7334eafb07142" providerId="LiveId" clId="{18DDD412-EE36-4FD3-A8CF-AAAE0AE8A3DF}" dt="2024-05-01T18:35:34.948" v="715" actId="2696"/>
        <pc:sldMkLst>
          <pc:docMk/>
          <pc:sldMk cId="4259246236" sldId="263"/>
        </pc:sldMkLst>
      </pc:sldChg>
      <pc:sldChg chg="addSp delSp modSp mod setBg">
        <pc:chgData name="Oriol puig i Carreró" userId="aba7334eafb07142" providerId="LiveId" clId="{18DDD412-EE36-4FD3-A8CF-AAAE0AE8A3DF}" dt="2024-05-01T18:58:46.407" v="1171" actId="207"/>
        <pc:sldMkLst>
          <pc:docMk/>
          <pc:sldMk cId="4041457393" sldId="268"/>
        </pc:sldMkLst>
        <pc:spChg chg="mod">
          <ac:chgData name="Oriol puig i Carreró" userId="aba7334eafb07142" providerId="LiveId" clId="{18DDD412-EE36-4FD3-A8CF-AAAE0AE8A3DF}" dt="2024-05-01T18:58:37.388" v="1168" actId="6549"/>
          <ac:spMkLst>
            <pc:docMk/>
            <pc:sldMk cId="4041457393" sldId="268"/>
            <ac:spMk id="2" creationId="{59D1294D-3F13-4F4B-8004-41165CEA9B8C}"/>
          </ac:spMkLst>
        </pc:spChg>
        <pc:spChg chg="del">
          <ac:chgData name="Oriol puig i Carreró" userId="aba7334eafb07142" providerId="LiveId" clId="{18DDD412-EE36-4FD3-A8CF-AAAE0AE8A3DF}" dt="2024-05-01T18:58:30.567" v="1166" actId="478"/>
          <ac:spMkLst>
            <pc:docMk/>
            <pc:sldMk cId="4041457393" sldId="268"/>
            <ac:spMk id="3" creationId="{19CBFDB8-719B-42E9-9967-BDF0B7AFF39E}"/>
          </ac:spMkLst>
        </pc:spChg>
        <pc:spChg chg="add del mod">
          <ac:chgData name="Oriol puig i Carreró" userId="aba7334eafb07142" providerId="LiveId" clId="{18DDD412-EE36-4FD3-A8CF-AAAE0AE8A3DF}" dt="2024-05-01T18:57:45.987" v="1145" actId="931"/>
          <ac:spMkLst>
            <pc:docMk/>
            <pc:sldMk cId="4041457393" sldId="268"/>
            <ac:spMk id="6" creationId="{1329F4EC-CFAA-5AC0-F07B-FED5C90C0184}"/>
          </ac:spMkLst>
        </pc:spChg>
        <pc:spChg chg="mod">
          <ac:chgData name="Oriol puig i Carreró" userId="aba7334eafb07142" providerId="LiveId" clId="{18DDD412-EE36-4FD3-A8CF-AAAE0AE8A3DF}" dt="2024-05-01T18:58:43.838" v="1170" actId="207"/>
          <ac:spMkLst>
            <pc:docMk/>
            <pc:sldMk cId="4041457393" sldId="268"/>
            <ac:spMk id="16" creationId="{D284643B-288B-4193-AFF3-324BA95A77A6}"/>
          </ac:spMkLst>
        </pc:spChg>
        <pc:spChg chg="mod">
          <ac:chgData name="Oriol puig i Carreró" userId="aba7334eafb07142" providerId="LiveId" clId="{18DDD412-EE36-4FD3-A8CF-AAAE0AE8A3DF}" dt="2024-05-01T18:58:46.407" v="1171" actId="207"/>
          <ac:spMkLst>
            <pc:docMk/>
            <pc:sldMk cId="4041457393" sldId="268"/>
            <ac:spMk id="17" creationId="{AEAA1571-277D-4DF6-83F9-1438CBE64F71}"/>
          </ac:spMkLst>
        </pc:spChg>
        <pc:spChg chg="del mod">
          <ac:chgData name="Oriol puig i Carreró" userId="aba7334eafb07142" providerId="LiveId" clId="{18DDD412-EE36-4FD3-A8CF-AAAE0AE8A3DF}" dt="2024-05-01T18:58:07.374" v="1153" actId="478"/>
          <ac:spMkLst>
            <pc:docMk/>
            <pc:sldMk cId="4041457393" sldId="268"/>
            <ac:spMk id="37" creationId="{FB5E91BB-582C-4004-94F2-5E1501D33E17}"/>
          </ac:spMkLst>
        </pc:spChg>
        <pc:picChg chg="del">
          <ac:chgData name="Oriol puig i Carreró" userId="aba7334eafb07142" providerId="LiveId" clId="{18DDD412-EE36-4FD3-A8CF-AAAE0AE8A3DF}" dt="2024-05-01T18:56:57.855" v="1144" actId="478"/>
          <ac:picMkLst>
            <pc:docMk/>
            <pc:sldMk cId="4041457393" sldId="268"/>
            <ac:picMk id="8" creationId="{553FC3EB-D4C2-4C52-9AAB-3A4530ED79A0}"/>
          </ac:picMkLst>
        </pc:picChg>
        <pc:picChg chg="add mod">
          <ac:chgData name="Oriol puig i Carreró" userId="aba7334eafb07142" providerId="LiveId" clId="{18DDD412-EE36-4FD3-A8CF-AAAE0AE8A3DF}" dt="2024-05-01T18:57:52.656" v="1149" actId="27349"/>
          <ac:picMkLst>
            <pc:docMk/>
            <pc:sldMk cId="4041457393" sldId="268"/>
            <ac:picMk id="9" creationId="{578C7EA0-7979-3C22-B3CA-8608752A8638}"/>
          </ac:picMkLst>
        </pc:picChg>
      </pc:sldChg>
      <pc:sldChg chg="del">
        <pc:chgData name="Oriol puig i Carreró" userId="aba7334eafb07142" providerId="LiveId" clId="{18DDD412-EE36-4FD3-A8CF-AAAE0AE8A3DF}" dt="2024-05-01T18:56:42.362" v="1141" actId="2696"/>
        <pc:sldMkLst>
          <pc:docMk/>
          <pc:sldMk cId="4151769542" sldId="270"/>
        </pc:sldMkLst>
      </pc:sldChg>
      <pc:sldChg chg="del">
        <pc:chgData name="Oriol puig i Carreró" userId="aba7334eafb07142" providerId="LiveId" clId="{18DDD412-EE36-4FD3-A8CF-AAAE0AE8A3DF}" dt="2024-05-01T18:56:45.309" v="1142" actId="2696"/>
        <pc:sldMkLst>
          <pc:docMk/>
          <pc:sldMk cId="4253506509" sldId="272"/>
        </pc:sldMkLst>
      </pc:sldChg>
      <pc:sldChg chg="addSp delSp modSp mod ord setBg">
        <pc:chgData name="Oriol puig i Carreró" userId="aba7334eafb07142" providerId="LiveId" clId="{18DDD412-EE36-4FD3-A8CF-AAAE0AE8A3DF}" dt="2024-05-01T18:42:19.349" v="845" actId="20577"/>
        <pc:sldMkLst>
          <pc:docMk/>
          <pc:sldMk cId="4273981052" sldId="273"/>
        </pc:sldMkLst>
        <pc:spChg chg="mod">
          <ac:chgData name="Oriol puig i Carreró" userId="aba7334eafb07142" providerId="LiveId" clId="{18DDD412-EE36-4FD3-A8CF-AAAE0AE8A3DF}" dt="2024-05-01T18:42:19.349" v="845" actId="20577"/>
          <ac:spMkLst>
            <pc:docMk/>
            <pc:sldMk cId="4273981052" sldId="273"/>
            <ac:spMk id="2" creationId="{10524C65-8AB8-4E0B-B64B-D914BE2C1B45}"/>
          </ac:spMkLst>
        </pc:spChg>
        <pc:spChg chg="mod">
          <ac:chgData name="Oriol puig i Carreró" userId="aba7334eafb07142" providerId="LiveId" clId="{18DDD412-EE36-4FD3-A8CF-AAAE0AE8A3DF}" dt="2024-05-01T18:42:12.002" v="832" actId="207"/>
          <ac:spMkLst>
            <pc:docMk/>
            <pc:sldMk cId="4273981052" sldId="273"/>
            <ac:spMk id="3" creationId="{74279C68-28A8-4777-9796-23F5C940F15E}"/>
          </ac:spMkLst>
        </pc:spChg>
        <pc:spChg chg="add del mod">
          <ac:chgData name="Oriol puig i Carreró" userId="aba7334eafb07142" providerId="LiveId" clId="{18DDD412-EE36-4FD3-A8CF-AAAE0AE8A3DF}" dt="2024-05-01T18:41:29.916" v="803" actId="478"/>
          <ac:spMkLst>
            <pc:docMk/>
            <pc:sldMk cId="4273981052" sldId="273"/>
            <ac:spMk id="6" creationId="{F60E9B0C-30FF-633A-F3A4-99A9EC4F6E1B}"/>
          </ac:spMkLst>
        </pc:spChg>
        <pc:spChg chg="add del mod">
          <ac:chgData name="Oriol puig i Carreró" userId="aba7334eafb07142" providerId="LiveId" clId="{18DDD412-EE36-4FD3-A8CF-AAAE0AE8A3DF}" dt="2024-05-01T18:41:34.053" v="804" actId="478"/>
          <ac:spMkLst>
            <pc:docMk/>
            <pc:sldMk cId="4273981052" sldId="273"/>
            <ac:spMk id="8" creationId="{7000BDCD-F002-7D68-0B26-501D2DFA06B1}"/>
          </ac:spMkLst>
        </pc:spChg>
        <pc:spChg chg="add del mod">
          <ac:chgData name="Oriol puig i Carreró" userId="aba7334eafb07142" providerId="LiveId" clId="{18DDD412-EE36-4FD3-A8CF-AAAE0AE8A3DF}" dt="2024-05-01T18:41:34.053" v="804" actId="478"/>
          <ac:spMkLst>
            <pc:docMk/>
            <pc:sldMk cId="4273981052" sldId="273"/>
            <ac:spMk id="10" creationId="{2BA789A6-8EFC-77C3-066B-AFC3C6D22146}"/>
          </ac:spMkLst>
        </pc:spChg>
        <pc:spChg chg="add del mod">
          <ac:chgData name="Oriol puig i Carreró" userId="aba7334eafb07142" providerId="LiveId" clId="{18DDD412-EE36-4FD3-A8CF-AAAE0AE8A3DF}" dt="2024-05-01T18:41:36.325" v="805" actId="478"/>
          <ac:spMkLst>
            <pc:docMk/>
            <pc:sldMk cId="4273981052" sldId="273"/>
            <ac:spMk id="12" creationId="{F6964579-C81B-250A-51CA-2530A15D88BF}"/>
          </ac:spMkLst>
        </pc:spChg>
        <pc:spChg chg="add del mod">
          <ac:chgData name="Oriol puig i Carreró" userId="aba7334eafb07142" providerId="LiveId" clId="{18DDD412-EE36-4FD3-A8CF-AAAE0AE8A3DF}" dt="2024-05-01T18:41:34.053" v="804" actId="478"/>
          <ac:spMkLst>
            <pc:docMk/>
            <pc:sldMk cId="4273981052" sldId="273"/>
            <ac:spMk id="14" creationId="{D1C5E7B7-A7FC-2B69-5DB6-44F49C8D3482}"/>
          </ac:spMkLst>
        </pc:spChg>
        <pc:spChg chg="mod">
          <ac:chgData name="Oriol puig i Carreró" userId="aba7334eafb07142" providerId="LiveId" clId="{18DDD412-EE36-4FD3-A8CF-AAAE0AE8A3DF}" dt="2024-05-01T18:41:18.544" v="801"/>
          <ac:spMkLst>
            <pc:docMk/>
            <pc:sldMk cId="4273981052" sldId="273"/>
            <ac:spMk id="16" creationId="{95CA1E60-4DBF-4E5A-B74D-DB53E13DE908}"/>
          </ac:spMkLst>
        </pc:spChg>
        <pc:spChg chg="add del mod">
          <ac:chgData name="Oriol puig i Carreró" userId="aba7334eafb07142" providerId="LiveId" clId="{18DDD412-EE36-4FD3-A8CF-AAAE0AE8A3DF}" dt="2024-05-01T18:41:34.053" v="804" actId="478"/>
          <ac:spMkLst>
            <pc:docMk/>
            <pc:sldMk cId="4273981052" sldId="273"/>
            <ac:spMk id="17" creationId="{FA228813-3C87-0221-A670-82782248678C}"/>
          </ac:spMkLst>
        </pc:spChg>
        <pc:spChg chg="del mod">
          <ac:chgData name="Oriol puig i Carreró" userId="aba7334eafb07142" providerId="LiveId" clId="{18DDD412-EE36-4FD3-A8CF-AAAE0AE8A3DF}" dt="2024-05-01T18:41:09.108" v="800" actId="478"/>
          <ac:spMkLst>
            <pc:docMk/>
            <pc:sldMk cId="4273981052" sldId="273"/>
            <ac:spMk id="31" creationId="{38201564-D378-46D4-A100-7766A0BC161D}"/>
          </ac:spMkLst>
        </pc:spChg>
        <pc:spChg chg="del">
          <ac:chgData name="Oriol puig i Carreró" userId="aba7334eafb07142" providerId="LiveId" clId="{18DDD412-EE36-4FD3-A8CF-AAAE0AE8A3DF}" dt="2024-05-01T18:41:29.916" v="803" actId="478"/>
          <ac:spMkLst>
            <pc:docMk/>
            <pc:sldMk cId="4273981052" sldId="273"/>
            <ac:spMk id="37" creationId="{19A909A6-66AD-4F11-B7D0-F3469DD129E1}"/>
          </ac:spMkLst>
        </pc:spChg>
        <pc:spChg chg="del">
          <ac:chgData name="Oriol puig i Carreró" userId="aba7334eafb07142" providerId="LiveId" clId="{18DDD412-EE36-4FD3-A8CF-AAAE0AE8A3DF}" dt="2024-05-01T18:41:22.152" v="802" actId="478"/>
          <ac:spMkLst>
            <pc:docMk/>
            <pc:sldMk cId="4273981052" sldId="273"/>
            <ac:spMk id="38" creationId="{78D2C7F6-368E-449F-9425-47ED4ECD0F55}"/>
          </ac:spMkLst>
        </pc:spChg>
        <pc:spChg chg="del">
          <ac:chgData name="Oriol puig i Carreró" userId="aba7334eafb07142" providerId="LiveId" clId="{18DDD412-EE36-4FD3-A8CF-AAAE0AE8A3DF}" dt="2024-05-01T18:41:29.916" v="803" actId="478"/>
          <ac:spMkLst>
            <pc:docMk/>
            <pc:sldMk cId="4273981052" sldId="273"/>
            <ac:spMk id="39" creationId="{105C0149-E2B9-415E-BC6B-081E51703C42}"/>
          </ac:spMkLst>
        </pc:spChg>
        <pc:spChg chg="del">
          <ac:chgData name="Oriol puig i Carreró" userId="aba7334eafb07142" providerId="LiveId" clId="{18DDD412-EE36-4FD3-A8CF-AAAE0AE8A3DF}" dt="2024-05-01T18:41:29.916" v="803" actId="478"/>
          <ac:spMkLst>
            <pc:docMk/>
            <pc:sldMk cId="4273981052" sldId="273"/>
            <ac:spMk id="40" creationId="{841A9F06-7234-4879-9F53-209A156D5CC6}"/>
          </ac:spMkLst>
        </pc:spChg>
        <pc:spChg chg="del">
          <ac:chgData name="Oriol puig i Carreró" userId="aba7334eafb07142" providerId="LiveId" clId="{18DDD412-EE36-4FD3-A8CF-AAAE0AE8A3DF}" dt="2024-05-01T18:41:29.916" v="803" actId="478"/>
          <ac:spMkLst>
            <pc:docMk/>
            <pc:sldMk cId="4273981052" sldId="273"/>
            <ac:spMk id="41" creationId="{DD3F51C1-D1E0-48F8-B657-763BE6031D6E}"/>
          </ac:spMkLst>
        </pc:spChg>
        <pc:spChg chg="del">
          <ac:chgData name="Oriol puig i Carreró" userId="aba7334eafb07142" providerId="LiveId" clId="{18DDD412-EE36-4FD3-A8CF-AAAE0AE8A3DF}" dt="2024-05-01T18:41:29.916" v="803" actId="478"/>
          <ac:spMkLst>
            <pc:docMk/>
            <pc:sldMk cId="4273981052" sldId="273"/>
            <ac:spMk id="42" creationId="{262BF40E-A79A-4B0A-A650-2886D69D91E4}"/>
          </ac:spMkLst>
        </pc:spChg>
        <pc:picChg chg="add mod">
          <ac:chgData name="Oriol puig i Carreró" userId="aba7334eafb07142" providerId="LiveId" clId="{18DDD412-EE36-4FD3-A8CF-AAAE0AE8A3DF}" dt="2024-05-01T18:41:45.554" v="808" actId="14100"/>
          <ac:picMkLst>
            <pc:docMk/>
            <pc:sldMk cId="4273981052" sldId="273"/>
            <ac:picMk id="18" creationId="{74B5996B-8AD0-4491-C6B8-F3EA2940B50D}"/>
          </ac:picMkLst>
        </pc:picChg>
      </pc:sldChg>
      <pc:sldChg chg="addSp delSp modSp mod setBg">
        <pc:chgData name="Oriol puig i Carreró" userId="aba7334eafb07142" providerId="LiveId" clId="{18DDD412-EE36-4FD3-A8CF-AAAE0AE8A3DF}" dt="2024-05-01T18:50:30.026" v="1046" actId="207"/>
        <pc:sldMkLst>
          <pc:docMk/>
          <pc:sldMk cId="2748703257" sldId="274"/>
        </pc:sldMkLst>
        <pc:spChg chg="mod">
          <ac:chgData name="Oriol puig i Carreró" userId="aba7334eafb07142" providerId="LiveId" clId="{18DDD412-EE36-4FD3-A8CF-AAAE0AE8A3DF}" dt="2024-05-01T18:50:26.252" v="1045" actId="207"/>
          <ac:spMkLst>
            <pc:docMk/>
            <pc:sldMk cId="2748703257" sldId="274"/>
            <ac:spMk id="2" creationId="{F2D3C13E-77D0-4398-85D4-2B2E12CB9788}"/>
          </ac:spMkLst>
        </pc:spChg>
        <pc:spChg chg="mod">
          <ac:chgData name="Oriol puig i Carreró" userId="aba7334eafb07142" providerId="LiveId" clId="{18DDD412-EE36-4FD3-A8CF-AAAE0AE8A3DF}" dt="2024-05-01T18:50:30.026" v="1046" actId="207"/>
          <ac:spMkLst>
            <pc:docMk/>
            <pc:sldMk cId="2748703257" sldId="274"/>
            <ac:spMk id="3" creationId="{16106D12-5214-4132-8BDC-D3C49E230E61}"/>
          </ac:spMkLst>
        </pc:spChg>
        <pc:spChg chg="mod">
          <ac:chgData name="Oriol puig i Carreró" userId="aba7334eafb07142" providerId="LiveId" clId="{18DDD412-EE36-4FD3-A8CF-AAAE0AE8A3DF}" dt="2024-05-01T18:49:52.498" v="998" actId="113"/>
          <ac:spMkLst>
            <pc:docMk/>
            <pc:sldMk cId="2748703257" sldId="274"/>
            <ac:spMk id="6" creationId="{9A10B49F-A2AF-46DE-89E1-741462CAE7F6}"/>
          </ac:spMkLst>
        </pc:spChg>
        <pc:spChg chg="add del mod">
          <ac:chgData name="Oriol puig i Carreró" userId="aba7334eafb07142" providerId="LiveId" clId="{18DDD412-EE36-4FD3-A8CF-AAAE0AE8A3DF}" dt="2024-05-01T18:48:06.439" v="932"/>
          <ac:spMkLst>
            <pc:docMk/>
            <pc:sldMk cId="2748703257" sldId="274"/>
            <ac:spMk id="7" creationId="{BEA2DDF9-4B2B-6894-68BD-7461F3D677F8}"/>
          </ac:spMkLst>
        </pc:spChg>
        <pc:spChg chg="add del mod">
          <ac:chgData name="Oriol puig i Carreró" userId="aba7334eafb07142" providerId="LiveId" clId="{18DDD412-EE36-4FD3-A8CF-AAAE0AE8A3DF}" dt="2024-05-01T18:49:10.449" v="944"/>
          <ac:spMkLst>
            <pc:docMk/>
            <pc:sldMk cId="2748703257" sldId="274"/>
            <ac:spMk id="10" creationId="{CCC693AF-D72D-1339-C3FA-9B8C3C3CC0E8}"/>
          </ac:spMkLst>
        </pc:spChg>
        <pc:spChg chg="add del mod">
          <ac:chgData name="Oriol puig i Carreró" userId="aba7334eafb07142" providerId="LiveId" clId="{18DDD412-EE36-4FD3-A8CF-AAAE0AE8A3DF}" dt="2024-05-01T18:49:25.204" v="950" actId="478"/>
          <ac:spMkLst>
            <pc:docMk/>
            <pc:sldMk cId="2748703257" sldId="274"/>
            <ac:spMk id="13" creationId="{925C1BD4-413D-9D6F-C2C1-19E2DD88FBBB}"/>
          </ac:spMkLst>
        </pc:spChg>
        <pc:spChg chg="add del mod">
          <ac:chgData name="Oriol puig i Carreró" userId="aba7334eafb07142" providerId="LiveId" clId="{18DDD412-EE36-4FD3-A8CF-AAAE0AE8A3DF}" dt="2024-05-01T18:49:24.117" v="949" actId="478"/>
          <ac:spMkLst>
            <pc:docMk/>
            <pc:sldMk cId="2748703257" sldId="274"/>
            <ac:spMk id="15" creationId="{6E145B3A-4B68-5496-8DDB-7E29F5D205C0}"/>
          </ac:spMkLst>
        </pc:spChg>
        <pc:spChg chg="add del mod">
          <ac:chgData name="Oriol puig i Carreró" userId="aba7334eafb07142" providerId="LiveId" clId="{18DDD412-EE36-4FD3-A8CF-AAAE0AE8A3DF}" dt="2024-05-01T18:49:45.766" v="995" actId="478"/>
          <ac:spMkLst>
            <pc:docMk/>
            <pc:sldMk cId="2748703257" sldId="274"/>
            <ac:spMk id="17" creationId="{A04BC08E-BB56-1C33-D96A-0718B0070B01}"/>
          </ac:spMkLst>
        </pc:spChg>
        <pc:spChg chg="del mod">
          <ac:chgData name="Oriol puig i Carreró" userId="aba7334eafb07142" providerId="LiveId" clId="{18DDD412-EE36-4FD3-A8CF-AAAE0AE8A3DF}" dt="2024-05-01T18:49:23.624" v="948" actId="478"/>
          <ac:spMkLst>
            <pc:docMk/>
            <pc:sldMk cId="2748703257" sldId="274"/>
            <ac:spMk id="19" creationId="{9494AA88-A8F2-4F72-ADA6-1AD3ADF6DC83}"/>
          </ac:spMkLst>
        </pc:spChg>
        <pc:spChg chg="del mod">
          <ac:chgData name="Oriol puig i Carreró" userId="aba7334eafb07142" providerId="LiveId" clId="{18DDD412-EE36-4FD3-A8CF-AAAE0AE8A3DF}" dt="2024-05-01T18:49:20.274" v="946" actId="478"/>
          <ac:spMkLst>
            <pc:docMk/>
            <pc:sldMk cId="2748703257" sldId="274"/>
            <ac:spMk id="56" creationId="{994EE154-010E-49F2-85BA-AC4F2CE3C6CB}"/>
          </ac:spMkLst>
        </pc:spChg>
        <pc:spChg chg="del">
          <ac:chgData name="Oriol puig i Carreró" userId="aba7334eafb07142" providerId="LiveId" clId="{18DDD412-EE36-4FD3-A8CF-AAAE0AE8A3DF}" dt="2024-05-01T18:49:43.890" v="994" actId="478"/>
          <ac:spMkLst>
            <pc:docMk/>
            <pc:sldMk cId="2748703257" sldId="274"/>
            <ac:spMk id="275" creationId="{DA00E54B-69E1-493F-B6CC-87583EA21142}"/>
          </ac:spMkLst>
        </pc:spChg>
        <pc:graphicFrameChg chg="del mod">
          <ac:chgData name="Oriol puig i Carreró" userId="aba7334eafb07142" providerId="LiveId" clId="{18DDD412-EE36-4FD3-A8CF-AAAE0AE8A3DF}" dt="2024-05-01T18:48:03.169" v="931" actId="478"/>
          <ac:graphicFrameMkLst>
            <pc:docMk/>
            <pc:sldMk cId="2748703257" sldId="274"/>
            <ac:graphicFrameMk id="47" creationId="{7067412F-5C14-436D-9C59-432BFE7E6B6D}"/>
          </ac:graphicFrameMkLst>
        </pc:graphicFrameChg>
        <pc:graphicFrameChg chg="del">
          <ac:chgData name="Oriol puig i Carreró" userId="aba7334eafb07142" providerId="LiveId" clId="{18DDD412-EE36-4FD3-A8CF-AAAE0AE8A3DF}" dt="2024-05-01T18:48:57.993" v="943" actId="478"/>
          <ac:graphicFrameMkLst>
            <pc:docMk/>
            <pc:sldMk cId="2748703257" sldId="274"/>
            <ac:graphicFrameMk id="48" creationId="{AC965C63-6D10-489D-BE3F-765E57B28EBE}"/>
          </ac:graphicFrameMkLst>
        </pc:graphicFrameChg>
        <pc:picChg chg="add mod">
          <ac:chgData name="Oriol puig i Carreró" userId="aba7334eafb07142" providerId="LiveId" clId="{18DDD412-EE36-4FD3-A8CF-AAAE0AE8A3DF}" dt="2024-05-01T18:49:59.612" v="1000" actId="1076"/>
          <ac:picMkLst>
            <pc:docMk/>
            <pc:sldMk cId="2748703257" sldId="274"/>
            <ac:picMk id="8" creationId="{2FCE1B7E-AE21-AC22-5C05-EEA4837F7693}"/>
          </ac:picMkLst>
        </pc:picChg>
        <pc:picChg chg="add mod">
          <ac:chgData name="Oriol puig i Carreró" userId="aba7334eafb07142" providerId="LiveId" clId="{18DDD412-EE36-4FD3-A8CF-AAAE0AE8A3DF}" dt="2024-05-01T18:50:04.985" v="1002" actId="1076"/>
          <ac:picMkLst>
            <pc:docMk/>
            <pc:sldMk cId="2748703257" sldId="274"/>
            <ac:picMk id="11" creationId="{BB2B3923-39A7-C4DA-4A43-A898ADE20356}"/>
          </ac:picMkLst>
        </pc:picChg>
      </pc:sldChg>
      <pc:sldChg chg="del">
        <pc:chgData name="Oriol puig i Carreró" userId="aba7334eafb07142" providerId="LiveId" clId="{18DDD412-EE36-4FD3-A8CF-AAAE0AE8A3DF}" dt="2024-05-01T18:56:38.837" v="1140" actId="2696"/>
        <pc:sldMkLst>
          <pc:docMk/>
          <pc:sldMk cId="3098693234" sldId="275"/>
        </pc:sldMkLst>
      </pc:sldChg>
      <pc:sldChg chg="del">
        <pc:chgData name="Oriol puig i Carreró" userId="aba7334eafb07142" providerId="LiveId" clId="{18DDD412-EE36-4FD3-A8CF-AAAE0AE8A3DF}" dt="2024-05-01T18:50:39.110" v="1047" actId="2696"/>
        <pc:sldMkLst>
          <pc:docMk/>
          <pc:sldMk cId="2601151563" sldId="283"/>
        </pc:sldMkLst>
      </pc:sldChg>
      <pc:sldChg chg="delSp modSp mod ord setBg">
        <pc:chgData name="Oriol puig i Carreró" userId="aba7334eafb07142" providerId="LiveId" clId="{18DDD412-EE36-4FD3-A8CF-AAAE0AE8A3DF}" dt="2024-05-01T19:00:17.902" v="1212" actId="20577"/>
        <pc:sldMkLst>
          <pc:docMk/>
          <pc:sldMk cId="2835773453" sldId="288"/>
        </pc:sldMkLst>
        <pc:spChg chg="mod">
          <ac:chgData name="Oriol puig i Carreró" userId="aba7334eafb07142" providerId="LiveId" clId="{18DDD412-EE36-4FD3-A8CF-AAAE0AE8A3DF}" dt="2024-05-01T19:00:17.902" v="1212" actId="20577"/>
          <ac:spMkLst>
            <pc:docMk/>
            <pc:sldMk cId="2835773453" sldId="288"/>
            <ac:spMk id="7" creationId="{934056CF-DEDB-4079-BF11-FA4761D09BCF}"/>
          </ac:spMkLst>
        </pc:spChg>
        <pc:spChg chg="mod">
          <ac:chgData name="Oriol puig i Carreró" userId="aba7334eafb07142" providerId="LiveId" clId="{18DDD412-EE36-4FD3-A8CF-AAAE0AE8A3DF}" dt="2024-05-01T19:00:10.462" v="1208" actId="20577"/>
          <ac:spMkLst>
            <pc:docMk/>
            <pc:sldMk cId="2835773453" sldId="288"/>
            <ac:spMk id="8" creationId="{D79862A8-72F8-4043-A021-816AC74E8776}"/>
          </ac:spMkLst>
        </pc:spChg>
        <pc:spChg chg="del mod">
          <ac:chgData name="Oriol puig i Carreró" userId="aba7334eafb07142" providerId="LiveId" clId="{18DDD412-EE36-4FD3-A8CF-AAAE0AE8A3DF}" dt="2024-05-01T18:59:08.558" v="1184" actId="478"/>
          <ac:spMkLst>
            <pc:docMk/>
            <pc:sldMk cId="2835773453" sldId="288"/>
            <ac:spMk id="23" creationId="{0CBE6AF0-3BE0-469F-85B7-CC1F87C35F4C}"/>
          </ac:spMkLst>
        </pc:spChg>
        <pc:picChg chg="mod">
          <ac:chgData name="Oriol puig i Carreró" userId="aba7334eafb07142" providerId="LiveId" clId="{18DDD412-EE36-4FD3-A8CF-AAAE0AE8A3DF}" dt="2024-05-01T18:59:17.375" v="1185" actId="29295"/>
          <ac:picMkLst>
            <pc:docMk/>
            <pc:sldMk cId="2835773453" sldId="288"/>
            <ac:picMk id="5" creationId="{D6002359-ED5A-9AFF-4C55-7783A12E1D1C}"/>
          </ac:picMkLst>
        </pc:picChg>
      </pc:sldChg>
      <pc:sldChg chg="addSp delSp modSp mod setBg">
        <pc:chgData name="Oriol puig i Carreró" userId="aba7334eafb07142" providerId="LiveId" clId="{18DDD412-EE36-4FD3-A8CF-AAAE0AE8A3DF}" dt="2024-05-01T19:05:44.887" v="1226" actId="478"/>
        <pc:sldMkLst>
          <pc:docMk/>
          <pc:sldMk cId="2703902735" sldId="289"/>
        </pc:sldMkLst>
        <pc:spChg chg="mod">
          <ac:chgData name="Oriol puig i Carreró" userId="aba7334eafb07142" providerId="LiveId" clId="{18DDD412-EE36-4FD3-A8CF-AAAE0AE8A3DF}" dt="2024-05-01T18:45:36.820" v="882" actId="207"/>
          <ac:spMkLst>
            <pc:docMk/>
            <pc:sldMk cId="2703902735" sldId="289"/>
            <ac:spMk id="3" creationId="{7BAA9AFE-9410-4506-BB86-B28E4E67CE6B}"/>
          </ac:spMkLst>
        </pc:spChg>
        <pc:spChg chg="del mod">
          <ac:chgData name="Oriol puig i Carreró" userId="aba7334eafb07142" providerId="LiveId" clId="{18DDD412-EE36-4FD3-A8CF-AAAE0AE8A3DF}" dt="2024-05-01T17:42:39.095" v="78" actId="478"/>
          <ac:spMkLst>
            <pc:docMk/>
            <pc:sldMk cId="2703902735" sldId="289"/>
            <ac:spMk id="4" creationId="{92EB8589-4778-44CD-881F-7A7231F619F4}"/>
          </ac:spMkLst>
        </pc:spChg>
        <pc:spChg chg="add del mod">
          <ac:chgData name="Oriol puig i Carreró" userId="aba7334eafb07142" providerId="LiveId" clId="{18DDD412-EE36-4FD3-A8CF-AAAE0AE8A3DF}" dt="2024-05-01T17:39:22.109" v="38" actId="931"/>
          <ac:spMkLst>
            <pc:docMk/>
            <pc:sldMk cId="2703902735" sldId="289"/>
            <ac:spMk id="6" creationId="{CFF214BA-90DB-FA54-CB33-9116B496C351}"/>
          </ac:spMkLst>
        </pc:spChg>
        <pc:spChg chg="del mod">
          <ac:chgData name="Oriol puig i Carreró" userId="aba7334eafb07142" providerId="LiveId" clId="{18DDD412-EE36-4FD3-A8CF-AAAE0AE8A3DF}" dt="2024-05-01T19:05:44.887" v="1226" actId="478"/>
          <ac:spMkLst>
            <pc:docMk/>
            <pc:sldMk cId="2703902735" sldId="289"/>
            <ac:spMk id="11" creationId="{8C553516-5C72-4D87-B46F-91D466877B67}"/>
          </ac:spMkLst>
        </pc:spChg>
        <pc:spChg chg="mod">
          <ac:chgData name="Oriol puig i Carreró" userId="aba7334eafb07142" providerId="LiveId" clId="{18DDD412-EE36-4FD3-A8CF-AAAE0AE8A3DF}" dt="2024-05-01T18:45:33.558" v="881" actId="113"/>
          <ac:spMkLst>
            <pc:docMk/>
            <pc:sldMk cId="2703902735" sldId="289"/>
            <ac:spMk id="17" creationId="{9B7C68D5-425C-4465-842E-6EC3B305DF8F}"/>
          </ac:spMkLst>
        </pc:spChg>
        <pc:spChg chg="mod">
          <ac:chgData name="Oriol puig i Carreró" userId="aba7334eafb07142" providerId="LiveId" clId="{18DDD412-EE36-4FD3-A8CF-AAAE0AE8A3DF}" dt="2024-05-01T19:05:34.863" v="1216" actId="14100"/>
          <ac:spMkLst>
            <pc:docMk/>
            <pc:sldMk cId="2703902735" sldId="289"/>
            <ac:spMk id="18" creationId="{37F7ED61-C894-4A41-AC49-EFA304B05229}"/>
          </ac:spMkLst>
        </pc:spChg>
        <pc:picChg chg="del">
          <ac:chgData name="Oriol puig i Carreró" userId="aba7334eafb07142" providerId="LiveId" clId="{18DDD412-EE36-4FD3-A8CF-AAAE0AE8A3DF}" dt="2024-05-01T17:38:18.181" v="37" actId="478"/>
          <ac:picMkLst>
            <pc:docMk/>
            <pc:sldMk cId="2703902735" sldId="289"/>
            <ac:picMk id="8" creationId="{173CF312-33FE-4C78-AF0C-380127412913}"/>
          </ac:picMkLst>
        </pc:picChg>
        <pc:picChg chg="add mod">
          <ac:chgData name="Oriol puig i Carreró" userId="aba7334eafb07142" providerId="LiveId" clId="{18DDD412-EE36-4FD3-A8CF-AAAE0AE8A3DF}" dt="2024-05-01T17:39:22.109" v="38" actId="931"/>
          <ac:picMkLst>
            <pc:docMk/>
            <pc:sldMk cId="2703902735" sldId="289"/>
            <ac:picMk id="9" creationId="{C2477866-B9FF-8488-0801-4D1982B5494C}"/>
          </ac:picMkLst>
        </pc:picChg>
      </pc:sldChg>
      <pc:sldChg chg="addSp delSp modSp mod ord setBg">
        <pc:chgData name="Oriol puig i Carreró" userId="aba7334eafb07142" providerId="LiveId" clId="{18DDD412-EE36-4FD3-A8CF-AAAE0AE8A3DF}" dt="2024-05-01T18:40:34.441" v="796" actId="29295"/>
        <pc:sldMkLst>
          <pc:docMk/>
          <pc:sldMk cId="30060098" sldId="290"/>
        </pc:sldMkLst>
        <pc:spChg chg="mod">
          <ac:chgData name="Oriol puig i Carreró" userId="aba7334eafb07142" providerId="LiveId" clId="{18DDD412-EE36-4FD3-A8CF-AAAE0AE8A3DF}" dt="2024-05-01T18:37:29.259" v="744" actId="20577"/>
          <ac:spMkLst>
            <pc:docMk/>
            <pc:sldMk cId="30060098" sldId="290"/>
            <ac:spMk id="4" creationId="{10E3C0D1-A0E4-4E8C-BE1E-4E1639C59E5D}"/>
          </ac:spMkLst>
        </pc:spChg>
        <pc:spChg chg="add del mod">
          <ac:chgData name="Oriol puig i Carreró" userId="aba7334eafb07142" providerId="LiveId" clId="{18DDD412-EE36-4FD3-A8CF-AAAE0AE8A3DF}" dt="2024-05-01T18:37:01.700" v="723" actId="931"/>
          <ac:spMkLst>
            <pc:docMk/>
            <pc:sldMk cId="30060098" sldId="290"/>
            <ac:spMk id="6" creationId="{6195F2B8-B761-8FC4-72DE-85D3A3240BD6}"/>
          </ac:spMkLst>
        </pc:spChg>
        <pc:spChg chg="add del mod">
          <ac:chgData name="Oriol puig i Carreró" userId="aba7334eafb07142" providerId="LiveId" clId="{18DDD412-EE36-4FD3-A8CF-AAAE0AE8A3DF}" dt="2024-05-01T18:39:57.566" v="794" actId="478"/>
          <ac:spMkLst>
            <pc:docMk/>
            <pc:sldMk cId="30060098" sldId="290"/>
            <ac:spMk id="10" creationId="{1B80584A-3474-1A9A-4886-3918416D53A4}"/>
          </ac:spMkLst>
        </pc:spChg>
        <pc:spChg chg="mod">
          <ac:chgData name="Oriol puig i Carreró" userId="aba7334eafb07142" providerId="LiveId" clId="{18DDD412-EE36-4FD3-A8CF-AAAE0AE8A3DF}" dt="2024-05-01T18:39:37.576" v="792" actId="113"/>
          <ac:spMkLst>
            <pc:docMk/>
            <pc:sldMk cId="30060098" sldId="290"/>
            <ac:spMk id="11" creationId="{FCC2A221-B199-4A29-BC00-83D349B94F14}"/>
          </ac:spMkLst>
        </pc:spChg>
        <pc:spChg chg="del mod">
          <ac:chgData name="Oriol puig i Carreró" userId="aba7334eafb07142" providerId="LiveId" clId="{18DDD412-EE36-4FD3-A8CF-AAAE0AE8A3DF}" dt="2024-05-01T18:38:01.504" v="773" actId="478"/>
          <ac:spMkLst>
            <pc:docMk/>
            <pc:sldMk cId="30060098" sldId="290"/>
            <ac:spMk id="12" creationId="{4C47F3D7-2E0A-4565-95F1-798A78C8044F}"/>
          </ac:spMkLst>
        </pc:spChg>
        <pc:spChg chg="del mod">
          <ac:chgData name="Oriol puig i Carreró" userId="aba7334eafb07142" providerId="LiveId" clId="{18DDD412-EE36-4FD3-A8CF-AAAE0AE8A3DF}" dt="2024-05-01T18:37:52.540" v="770" actId="478"/>
          <ac:spMkLst>
            <pc:docMk/>
            <pc:sldMk cId="30060098" sldId="290"/>
            <ac:spMk id="14" creationId="{515C45EA-3D67-4B00-9B3A-CF3180E412D9}"/>
          </ac:spMkLst>
        </pc:spChg>
        <pc:spChg chg="add del mod">
          <ac:chgData name="Oriol puig i Carreró" userId="aba7334eafb07142" providerId="LiveId" clId="{18DDD412-EE36-4FD3-A8CF-AAAE0AE8A3DF}" dt="2024-05-01T18:38:01.504" v="773" actId="478"/>
          <ac:spMkLst>
            <pc:docMk/>
            <pc:sldMk cId="30060098" sldId="290"/>
            <ac:spMk id="15" creationId="{BE8A53DF-FE15-D3A3-75B3-A3811950B2F1}"/>
          </ac:spMkLst>
        </pc:spChg>
        <pc:spChg chg="add del mod">
          <ac:chgData name="Oriol puig i Carreró" userId="aba7334eafb07142" providerId="LiveId" clId="{18DDD412-EE36-4FD3-A8CF-AAAE0AE8A3DF}" dt="2024-05-01T18:38:09.196" v="774" actId="478"/>
          <ac:spMkLst>
            <pc:docMk/>
            <pc:sldMk cId="30060098" sldId="290"/>
            <ac:spMk id="17" creationId="{6A44483C-6700-EBAA-D793-59FF555EFD88}"/>
          </ac:spMkLst>
        </pc:spChg>
        <pc:spChg chg="add del mod">
          <ac:chgData name="Oriol puig i Carreró" userId="aba7334eafb07142" providerId="LiveId" clId="{18DDD412-EE36-4FD3-A8CF-AAAE0AE8A3DF}" dt="2024-05-01T18:38:09.196" v="774" actId="478"/>
          <ac:spMkLst>
            <pc:docMk/>
            <pc:sldMk cId="30060098" sldId="290"/>
            <ac:spMk id="19" creationId="{587A16FE-226E-DCF6-5E0D-F32A0B237F63}"/>
          </ac:spMkLst>
        </pc:spChg>
        <pc:spChg chg="add del mod">
          <ac:chgData name="Oriol puig i Carreró" userId="aba7334eafb07142" providerId="LiveId" clId="{18DDD412-EE36-4FD3-A8CF-AAAE0AE8A3DF}" dt="2024-05-01T18:38:09.196" v="774" actId="478"/>
          <ac:spMkLst>
            <pc:docMk/>
            <pc:sldMk cId="30060098" sldId="290"/>
            <ac:spMk id="21" creationId="{B93D8344-EF80-77E0-64B8-64DFE5A56E67}"/>
          </ac:spMkLst>
        </pc:spChg>
        <pc:spChg chg="add del mod">
          <ac:chgData name="Oriol puig i Carreró" userId="aba7334eafb07142" providerId="LiveId" clId="{18DDD412-EE36-4FD3-A8CF-AAAE0AE8A3DF}" dt="2024-05-01T18:38:09.196" v="774" actId="478"/>
          <ac:spMkLst>
            <pc:docMk/>
            <pc:sldMk cId="30060098" sldId="290"/>
            <ac:spMk id="23" creationId="{FC56CC1C-B0D3-42B5-ABA5-3B90D8C188BA}"/>
          </ac:spMkLst>
        </pc:spChg>
        <pc:spChg chg="add del mod">
          <ac:chgData name="Oriol puig i Carreró" userId="aba7334eafb07142" providerId="LiveId" clId="{18DDD412-EE36-4FD3-A8CF-AAAE0AE8A3DF}" dt="2024-05-01T18:38:09.196" v="774" actId="478"/>
          <ac:spMkLst>
            <pc:docMk/>
            <pc:sldMk cId="30060098" sldId="290"/>
            <ac:spMk id="25" creationId="{2BB79064-0C63-5AA3-F189-5CC1DA6AA51B}"/>
          </ac:spMkLst>
        </pc:spChg>
        <pc:spChg chg="add del mod">
          <ac:chgData name="Oriol puig i Carreró" userId="aba7334eafb07142" providerId="LiveId" clId="{18DDD412-EE36-4FD3-A8CF-AAAE0AE8A3DF}" dt="2024-05-01T18:38:09.196" v="774" actId="478"/>
          <ac:spMkLst>
            <pc:docMk/>
            <pc:sldMk cId="30060098" sldId="290"/>
            <ac:spMk id="27" creationId="{2D1C7461-FFDC-5B93-C3AB-0265FE813E1E}"/>
          </ac:spMkLst>
        </pc:spChg>
        <pc:spChg chg="add del mod">
          <ac:chgData name="Oriol puig i Carreró" userId="aba7334eafb07142" providerId="LiveId" clId="{18DDD412-EE36-4FD3-A8CF-AAAE0AE8A3DF}" dt="2024-05-01T18:38:09.196" v="774" actId="478"/>
          <ac:spMkLst>
            <pc:docMk/>
            <pc:sldMk cId="30060098" sldId="290"/>
            <ac:spMk id="29" creationId="{A3DEE435-7E3B-0C20-72FC-953183468B9B}"/>
          </ac:spMkLst>
        </pc:spChg>
        <pc:spChg chg="add del mod">
          <ac:chgData name="Oriol puig i Carreró" userId="aba7334eafb07142" providerId="LiveId" clId="{18DDD412-EE36-4FD3-A8CF-AAAE0AE8A3DF}" dt="2024-05-01T18:38:23.164" v="777" actId="478"/>
          <ac:spMkLst>
            <pc:docMk/>
            <pc:sldMk cId="30060098" sldId="290"/>
            <ac:spMk id="31" creationId="{CEAC7F6C-813F-EA5A-982B-8CBD98D4B990}"/>
          </ac:spMkLst>
        </pc:spChg>
        <pc:spChg chg="add del mod">
          <ac:chgData name="Oriol puig i Carreró" userId="aba7334eafb07142" providerId="LiveId" clId="{18DDD412-EE36-4FD3-A8CF-AAAE0AE8A3DF}" dt="2024-05-01T18:40:30.184" v="795" actId="931"/>
          <ac:spMkLst>
            <pc:docMk/>
            <pc:sldMk cId="30060098" sldId="290"/>
            <ac:spMk id="33" creationId="{89C28699-3EBF-3904-6037-3F51E411324C}"/>
          </ac:spMkLst>
        </pc:spChg>
        <pc:spChg chg="add mod">
          <ac:chgData name="Oriol puig i Carreró" userId="aba7334eafb07142" providerId="LiveId" clId="{18DDD412-EE36-4FD3-A8CF-AAAE0AE8A3DF}" dt="2024-05-01T18:40:30.184" v="795" actId="931"/>
          <ac:spMkLst>
            <pc:docMk/>
            <pc:sldMk cId="30060098" sldId="290"/>
            <ac:spMk id="36" creationId="{35261559-8E7A-C747-1C29-B2991DF0EA6F}"/>
          </ac:spMkLst>
        </pc:spChg>
        <pc:spChg chg="del">
          <ac:chgData name="Oriol puig i Carreró" userId="aba7334eafb07142" providerId="LiveId" clId="{18DDD412-EE36-4FD3-A8CF-AAAE0AE8A3DF}" dt="2024-05-01T18:38:01.504" v="773" actId="478"/>
          <ac:spMkLst>
            <pc:docMk/>
            <pc:sldMk cId="30060098" sldId="290"/>
            <ac:spMk id="41" creationId="{23E12F36-7172-4E9B-92AA-6A2BF7F110E5}"/>
          </ac:spMkLst>
        </pc:spChg>
        <pc:spChg chg="del">
          <ac:chgData name="Oriol puig i Carreró" userId="aba7334eafb07142" providerId="LiveId" clId="{18DDD412-EE36-4FD3-A8CF-AAAE0AE8A3DF}" dt="2024-05-01T18:38:01.504" v="773" actId="478"/>
          <ac:spMkLst>
            <pc:docMk/>
            <pc:sldMk cId="30060098" sldId="290"/>
            <ac:spMk id="42" creationId="{CAD88DCF-69AF-464C-A7A7-8BCEB5EB062A}"/>
          </ac:spMkLst>
        </pc:spChg>
        <pc:spChg chg="del">
          <ac:chgData name="Oriol puig i Carreró" userId="aba7334eafb07142" providerId="LiveId" clId="{18DDD412-EE36-4FD3-A8CF-AAAE0AE8A3DF}" dt="2024-05-01T18:38:01.504" v="773" actId="478"/>
          <ac:spMkLst>
            <pc:docMk/>
            <pc:sldMk cId="30060098" sldId="290"/>
            <ac:spMk id="43" creationId="{5D1A06E8-6506-4F8B-B0BC-08ABB74B3EBD}"/>
          </ac:spMkLst>
        </pc:spChg>
        <pc:spChg chg="del">
          <ac:chgData name="Oriol puig i Carreró" userId="aba7334eafb07142" providerId="LiveId" clId="{18DDD412-EE36-4FD3-A8CF-AAAE0AE8A3DF}" dt="2024-05-01T18:38:01.504" v="773" actId="478"/>
          <ac:spMkLst>
            <pc:docMk/>
            <pc:sldMk cId="30060098" sldId="290"/>
            <ac:spMk id="44" creationId="{AE9491D0-59E9-40C7-85AC-D6370AF6136D}"/>
          </ac:spMkLst>
        </pc:spChg>
        <pc:spChg chg="del">
          <ac:chgData name="Oriol puig i Carreró" userId="aba7334eafb07142" providerId="LiveId" clId="{18DDD412-EE36-4FD3-A8CF-AAAE0AE8A3DF}" dt="2024-05-01T18:38:01.504" v="773" actId="478"/>
          <ac:spMkLst>
            <pc:docMk/>
            <pc:sldMk cId="30060098" sldId="290"/>
            <ac:spMk id="45" creationId="{F9F58647-DB42-42ED-BAB8-FEA65196304C}"/>
          </ac:spMkLst>
        </pc:spChg>
        <pc:spChg chg="del">
          <ac:chgData name="Oriol puig i Carreró" userId="aba7334eafb07142" providerId="LiveId" clId="{18DDD412-EE36-4FD3-A8CF-AAAE0AE8A3DF}" dt="2024-05-01T18:38:01.504" v="773" actId="478"/>
          <ac:spMkLst>
            <pc:docMk/>
            <pc:sldMk cId="30060098" sldId="290"/>
            <ac:spMk id="46" creationId="{6E1EB688-2E49-4F3C-8FCE-B92B8121718A}"/>
          </ac:spMkLst>
        </pc:spChg>
        <pc:spChg chg="mod">
          <ac:chgData name="Oriol puig i Carreró" userId="aba7334eafb07142" providerId="LiveId" clId="{18DDD412-EE36-4FD3-A8CF-AAAE0AE8A3DF}" dt="2024-05-01T18:39:41.779" v="793" actId="207"/>
          <ac:spMkLst>
            <pc:docMk/>
            <pc:sldMk cId="30060098" sldId="290"/>
            <ac:spMk id="47" creationId="{F099E783-7CAD-4A11-8139-442FE1A60E45}"/>
          </ac:spMkLst>
        </pc:spChg>
        <pc:spChg chg="del mod">
          <ac:chgData name="Oriol puig i Carreró" userId="aba7334eafb07142" providerId="LiveId" clId="{18DDD412-EE36-4FD3-A8CF-AAAE0AE8A3DF}" dt="2024-05-01T18:38:15.208" v="776" actId="478"/>
          <ac:spMkLst>
            <pc:docMk/>
            <pc:sldMk cId="30060098" sldId="290"/>
            <ac:spMk id="48" creationId="{B28B4E04-A819-4F88-83D0-33EB09DEF74F}"/>
          </ac:spMkLst>
        </pc:spChg>
        <pc:picChg chg="add del mod">
          <ac:chgData name="Oriol puig i Carreró" userId="aba7334eafb07142" providerId="LiveId" clId="{18DDD412-EE36-4FD3-A8CF-AAAE0AE8A3DF}" dt="2024-05-01T18:39:57.566" v="794" actId="478"/>
          <ac:picMkLst>
            <pc:docMk/>
            <pc:sldMk cId="30060098" sldId="290"/>
            <ac:picMk id="8" creationId="{D6748F14-73AA-D7A0-51A4-1A989E746DF3}"/>
          </ac:picMkLst>
        </pc:picChg>
        <pc:picChg chg="del">
          <ac:chgData name="Oriol puig i Carreró" userId="aba7334eafb07142" providerId="LiveId" clId="{18DDD412-EE36-4FD3-A8CF-AAAE0AE8A3DF}" dt="2024-05-01T18:36:39.945" v="722" actId="478"/>
          <ac:picMkLst>
            <pc:docMk/>
            <pc:sldMk cId="30060098" sldId="290"/>
            <ac:picMk id="9" creationId="{4EF477F3-5AC0-413A-B339-D306DD3A25AD}"/>
          </ac:picMkLst>
        </pc:picChg>
        <pc:picChg chg="add mod">
          <ac:chgData name="Oriol puig i Carreró" userId="aba7334eafb07142" providerId="LiveId" clId="{18DDD412-EE36-4FD3-A8CF-AAAE0AE8A3DF}" dt="2024-05-01T18:40:34.441" v="796" actId="29295"/>
          <ac:picMkLst>
            <pc:docMk/>
            <pc:sldMk cId="30060098" sldId="290"/>
            <ac:picMk id="35" creationId="{A4856A45-F159-A391-146D-D152429FB74B}"/>
          </ac:picMkLst>
        </pc:picChg>
      </pc:sldChg>
      <pc:sldChg chg="del ord">
        <pc:chgData name="Oriol puig i Carreró" userId="aba7334eafb07142" providerId="LiveId" clId="{18DDD412-EE36-4FD3-A8CF-AAAE0AE8A3DF}" dt="2024-05-01T18:36:25.597" v="719" actId="2696"/>
        <pc:sldMkLst>
          <pc:docMk/>
          <pc:sldMk cId="586167760" sldId="291"/>
        </pc:sldMkLst>
      </pc:sldChg>
      <pc:sldChg chg="addSp delSp modSp mod setBg">
        <pc:chgData name="Oriol puig i Carreró" userId="aba7334eafb07142" providerId="LiveId" clId="{18DDD412-EE36-4FD3-A8CF-AAAE0AE8A3DF}" dt="2024-05-01T19:05:21.877" v="1214" actId="255"/>
        <pc:sldMkLst>
          <pc:docMk/>
          <pc:sldMk cId="2322951236" sldId="292"/>
        </pc:sldMkLst>
        <pc:spChg chg="mod">
          <ac:chgData name="Oriol puig i Carreró" userId="aba7334eafb07142" providerId="LiveId" clId="{18DDD412-EE36-4FD3-A8CF-AAAE0AE8A3DF}" dt="2024-05-01T18:45:59.412" v="887" actId="207"/>
          <ac:spMkLst>
            <pc:docMk/>
            <pc:sldMk cId="2322951236" sldId="292"/>
            <ac:spMk id="2" creationId="{865D3F84-DDBC-430C-9B78-396B46C6A2A6}"/>
          </ac:spMkLst>
        </pc:spChg>
        <pc:spChg chg="del">
          <ac:chgData name="Oriol puig i Carreró" userId="aba7334eafb07142" providerId="LiveId" clId="{18DDD412-EE36-4FD3-A8CF-AAAE0AE8A3DF}" dt="2024-05-01T17:42:44.191" v="79" actId="478"/>
          <ac:spMkLst>
            <pc:docMk/>
            <pc:sldMk cId="2322951236" sldId="292"/>
            <ac:spMk id="3" creationId="{372ED3D6-EA52-4B2D-9031-AB0E52E9F1D2}"/>
          </ac:spMkLst>
        </pc:spChg>
        <pc:spChg chg="add del mod">
          <ac:chgData name="Oriol puig i Carreró" userId="aba7334eafb07142" providerId="LiveId" clId="{18DDD412-EE36-4FD3-A8CF-AAAE0AE8A3DF}" dt="2024-05-01T17:40:41.899" v="40" actId="931"/>
          <ac:spMkLst>
            <pc:docMk/>
            <pc:sldMk cId="2322951236" sldId="292"/>
            <ac:spMk id="6" creationId="{27040A47-6E69-B6AC-BD75-80EE6AA2D86C}"/>
          </ac:spMkLst>
        </pc:spChg>
        <pc:spChg chg="mod">
          <ac:chgData name="Oriol puig i Carreró" userId="aba7334eafb07142" providerId="LiveId" clId="{18DDD412-EE36-4FD3-A8CF-AAAE0AE8A3DF}" dt="2024-05-01T18:45:54.675" v="886" actId="113"/>
          <ac:spMkLst>
            <pc:docMk/>
            <pc:sldMk cId="2322951236" sldId="292"/>
            <ac:spMk id="8" creationId="{FA666E47-001E-4F4E-B62E-8A6D933DFAE9}"/>
          </ac:spMkLst>
        </pc:spChg>
        <pc:spChg chg="add del mod">
          <ac:chgData name="Oriol puig i Carreró" userId="aba7334eafb07142" providerId="LiveId" clId="{18DDD412-EE36-4FD3-A8CF-AAAE0AE8A3DF}" dt="2024-05-01T17:41:46.935" v="67" actId="478"/>
          <ac:spMkLst>
            <pc:docMk/>
            <pc:sldMk cId="2322951236" sldId="292"/>
            <ac:spMk id="12" creationId="{4294C807-79AF-2467-F534-A3CD77C784AB}"/>
          </ac:spMkLst>
        </pc:spChg>
        <pc:spChg chg="add del mod">
          <ac:chgData name="Oriol puig i Carreró" userId="aba7334eafb07142" providerId="LiveId" clId="{18DDD412-EE36-4FD3-A8CF-AAAE0AE8A3DF}" dt="2024-05-01T17:41:45.983" v="66" actId="478"/>
          <ac:spMkLst>
            <pc:docMk/>
            <pc:sldMk cId="2322951236" sldId="292"/>
            <ac:spMk id="14" creationId="{A3E20557-231E-9418-7C66-59A0B30535AE}"/>
          </ac:spMkLst>
        </pc:spChg>
        <pc:spChg chg="add del mod">
          <ac:chgData name="Oriol puig i Carreró" userId="aba7334eafb07142" providerId="LiveId" clId="{18DDD412-EE36-4FD3-A8CF-AAAE0AE8A3DF}" dt="2024-05-01T17:41:53.775" v="69" actId="478"/>
          <ac:spMkLst>
            <pc:docMk/>
            <pc:sldMk cId="2322951236" sldId="292"/>
            <ac:spMk id="16" creationId="{4D3A7213-ABEE-C523-E602-91E244BB4F89}"/>
          </ac:spMkLst>
        </pc:spChg>
        <pc:spChg chg="add del mod">
          <ac:chgData name="Oriol puig i Carreró" userId="aba7334eafb07142" providerId="LiveId" clId="{18DDD412-EE36-4FD3-A8CF-AAAE0AE8A3DF}" dt="2024-05-01T17:41:54.949" v="70" actId="478"/>
          <ac:spMkLst>
            <pc:docMk/>
            <pc:sldMk cId="2322951236" sldId="292"/>
            <ac:spMk id="18" creationId="{B0ACF600-D164-BE11-FC24-D7E5DAE4A6EF}"/>
          </ac:spMkLst>
        </pc:spChg>
        <pc:spChg chg="add del mod">
          <ac:chgData name="Oriol puig i Carreró" userId="aba7334eafb07142" providerId="LiveId" clId="{18DDD412-EE36-4FD3-A8CF-AAAE0AE8A3DF}" dt="2024-05-01T17:41:58.022" v="72" actId="478"/>
          <ac:spMkLst>
            <pc:docMk/>
            <pc:sldMk cId="2322951236" sldId="292"/>
            <ac:spMk id="20" creationId="{0C9DA425-D4D4-226E-EEEF-790F2D7B5886}"/>
          </ac:spMkLst>
        </pc:spChg>
        <pc:spChg chg="add mod">
          <ac:chgData name="Oriol puig i Carreró" userId="aba7334eafb07142" providerId="LiveId" clId="{18DDD412-EE36-4FD3-A8CF-AAAE0AE8A3DF}" dt="2024-05-01T19:05:21.877" v="1214" actId="255"/>
          <ac:spMkLst>
            <pc:docMk/>
            <pc:sldMk cId="2322951236" sldId="292"/>
            <ac:spMk id="22" creationId="{E2EDDA56-B19A-9A3B-0ED5-B3BB48DF4C83}"/>
          </ac:spMkLst>
        </pc:spChg>
        <pc:spChg chg="del">
          <ac:chgData name="Oriol puig i Carreró" userId="aba7334eafb07142" providerId="LiveId" clId="{18DDD412-EE36-4FD3-A8CF-AAAE0AE8A3DF}" dt="2024-05-01T17:41:39.587" v="65" actId="478"/>
          <ac:spMkLst>
            <pc:docMk/>
            <pc:sldMk cId="2322951236" sldId="292"/>
            <ac:spMk id="23" creationId="{C907DFB3-F9A2-4EFE-B9BC-63862DC8155D}"/>
          </ac:spMkLst>
        </pc:spChg>
        <pc:spChg chg="del mod">
          <ac:chgData name="Oriol puig i Carreró" userId="aba7334eafb07142" providerId="LiveId" clId="{18DDD412-EE36-4FD3-A8CF-AAAE0AE8A3DF}" dt="2024-05-01T17:41:39.587" v="65" actId="478"/>
          <ac:spMkLst>
            <pc:docMk/>
            <pc:sldMk cId="2322951236" sldId="292"/>
            <ac:spMk id="25" creationId="{9A66EBC9-050A-41F3-AD91-30F38B701DEA}"/>
          </ac:spMkLst>
        </pc:spChg>
        <pc:spChg chg="del">
          <ac:chgData name="Oriol puig i Carreró" userId="aba7334eafb07142" providerId="LiveId" clId="{18DDD412-EE36-4FD3-A8CF-AAAE0AE8A3DF}" dt="2024-05-01T17:41:39.587" v="65" actId="478"/>
          <ac:spMkLst>
            <pc:docMk/>
            <pc:sldMk cId="2322951236" sldId="292"/>
            <ac:spMk id="26" creationId="{BF3C0964-198B-4E8D-A938-CF60D49DD7A6}"/>
          </ac:spMkLst>
        </pc:spChg>
        <pc:spChg chg="del">
          <ac:chgData name="Oriol puig i Carreró" userId="aba7334eafb07142" providerId="LiveId" clId="{18DDD412-EE36-4FD3-A8CF-AAAE0AE8A3DF}" dt="2024-05-01T17:41:39.587" v="65" actId="478"/>
          <ac:spMkLst>
            <pc:docMk/>
            <pc:sldMk cId="2322951236" sldId="292"/>
            <ac:spMk id="27" creationId="{3B635C66-907A-4B1E-B906-8C17503D2305}"/>
          </ac:spMkLst>
        </pc:spChg>
        <pc:spChg chg="del">
          <ac:chgData name="Oriol puig i Carreró" userId="aba7334eafb07142" providerId="LiveId" clId="{18DDD412-EE36-4FD3-A8CF-AAAE0AE8A3DF}" dt="2024-05-01T17:41:39.587" v="65" actId="478"/>
          <ac:spMkLst>
            <pc:docMk/>
            <pc:sldMk cId="2322951236" sldId="292"/>
            <ac:spMk id="28" creationId="{A692C241-09A4-4DAB-B0EC-982F014CDF19}"/>
          </ac:spMkLst>
        </pc:spChg>
        <pc:spChg chg="del">
          <ac:chgData name="Oriol puig i Carreró" userId="aba7334eafb07142" providerId="LiveId" clId="{18DDD412-EE36-4FD3-A8CF-AAAE0AE8A3DF}" dt="2024-05-01T17:41:39.587" v="65" actId="478"/>
          <ac:spMkLst>
            <pc:docMk/>
            <pc:sldMk cId="2322951236" sldId="292"/>
            <ac:spMk id="29" creationId="{91F01E51-19DF-4541-BE5B-8E19C0823D2B}"/>
          </ac:spMkLst>
        </pc:spChg>
        <pc:spChg chg="del">
          <ac:chgData name="Oriol puig i Carreró" userId="aba7334eafb07142" providerId="LiveId" clId="{18DDD412-EE36-4FD3-A8CF-AAAE0AE8A3DF}" dt="2024-05-01T17:41:39.587" v="65" actId="478"/>
          <ac:spMkLst>
            <pc:docMk/>
            <pc:sldMk cId="2322951236" sldId="292"/>
            <ac:spMk id="30" creationId="{4E4BE4F1-3290-4AFE-886F-51E891A96061}"/>
          </ac:spMkLst>
        </pc:spChg>
        <pc:spChg chg="del">
          <ac:chgData name="Oriol puig i Carreró" userId="aba7334eafb07142" providerId="LiveId" clId="{18DDD412-EE36-4FD3-A8CF-AAAE0AE8A3DF}" dt="2024-05-01T17:41:39.587" v="65" actId="478"/>
          <ac:spMkLst>
            <pc:docMk/>
            <pc:sldMk cId="2322951236" sldId="292"/>
            <ac:spMk id="31" creationId="{10A4B6F0-B646-494F-9077-F6D8B21788F3}"/>
          </ac:spMkLst>
        </pc:spChg>
        <pc:spChg chg="add del mod">
          <ac:chgData name="Oriol puig i Carreró" userId="aba7334eafb07142" providerId="LiveId" clId="{18DDD412-EE36-4FD3-A8CF-AAAE0AE8A3DF}" dt="2024-05-01T17:41:50.798" v="68" actId="478"/>
          <ac:spMkLst>
            <pc:docMk/>
            <pc:sldMk cId="2322951236" sldId="292"/>
            <ac:spMk id="32" creationId="{564B3123-84C0-5555-E6A5-E08B50A66F4A}"/>
          </ac:spMkLst>
        </pc:spChg>
        <pc:spChg chg="add del mod">
          <ac:chgData name="Oriol puig i Carreró" userId="aba7334eafb07142" providerId="LiveId" clId="{18DDD412-EE36-4FD3-A8CF-AAAE0AE8A3DF}" dt="2024-05-01T17:41:56.767" v="71" actId="478"/>
          <ac:spMkLst>
            <pc:docMk/>
            <pc:sldMk cId="2322951236" sldId="292"/>
            <ac:spMk id="34" creationId="{47CC2F87-9743-4FCA-1FBC-DAE59EE24237}"/>
          </ac:spMkLst>
        </pc:spChg>
        <pc:picChg chg="del">
          <ac:chgData name="Oriol puig i Carreró" userId="aba7334eafb07142" providerId="LiveId" clId="{18DDD412-EE36-4FD3-A8CF-AAAE0AE8A3DF}" dt="2024-05-01T17:40:17.234" v="39" actId="478"/>
          <ac:picMkLst>
            <pc:docMk/>
            <pc:sldMk cId="2322951236" sldId="292"/>
            <ac:picMk id="9" creationId="{085E5B6A-0758-4158-877E-C7279ECA014A}"/>
          </ac:picMkLst>
        </pc:picChg>
        <pc:picChg chg="add mod">
          <ac:chgData name="Oriol puig i Carreró" userId="aba7334eafb07142" providerId="LiveId" clId="{18DDD412-EE36-4FD3-A8CF-AAAE0AE8A3DF}" dt="2024-05-01T17:40:41.899" v="40" actId="931"/>
          <ac:picMkLst>
            <pc:docMk/>
            <pc:sldMk cId="2322951236" sldId="292"/>
            <ac:picMk id="10" creationId="{B21B8285-F315-5E35-FAD3-76AEEE2D771A}"/>
          </ac:picMkLst>
        </pc:picChg>
      </pc:sldChg>
      <pc:sldChg chg="del">
        <pc:chgData name="Oriol puig i Carreró" userId="aba7334eafb07142" providerId="LiveId" clId="{18DDD412-EE36-4FD3-A8CF-AAAE0AE8A3DF}" dt="2024-05-01T17:43:21.741" v="94" actId="2696"/>
        <pc:sldMkLst>
          <pc:docMk/>
          <pc:sldMk cId="1756300617" sldId="293"/>
        </pc:sldMkLst>
      </pc:sldChg>
      <pc:sldChg chg="del">
        <pc:chgData name="Oriol puig i Carreró" userId="aba7334eafb07142" providerId="LiveId" clId="{18DDD412-EE36-4FD3-A8CF-AAAE0AE8A3DF}" dt="2024-05-01T17:43:45.598" v="99" actId="2696"/>
        <pc:sldMkLst>
          <pc:docMk/>
          <pc:sldMk cId="3646165254" sldId="294"/>
        </pc:sldMkLst>
      </pc:sldChg>
      <pc:sldChg chg="del">
        <pc:chgData name="Oriol puig i Carreró" userId="aba7334eafb07142" providerId="LiveId" clId="{18DDD412-EE36-4FD3-A8CF-AAAE0AE8A3DF}" dt="2024-05-01T17:43:49.859" v="100" actId="2696"/>
        <pc:sldMkLst>
          <pc:docMk/>
          <pc:sldMk cId="2365296030" sldId="296"/>
        </pc:sldMkLst>
      </pc:sldChg>
      <pc:sldChg chg="addSp delSp modSp del mod">
        <pc:chgData name="Oriol puig i Carreró" userId="aba7334eafb07142" providerId="LiveId" clId="{18DDD412-EE36-4FD3-A8CF-AAAE0AE8A3DF}" dt="2024-05-01T17:48:24.152" v="205" actId="2696"/>
        <pc:sldMkLst>
          <pc:docMk/>
          <pc:sldMk cId="692127306" sldId="297"/>
        </pc:sldMkLst>
        <pc:spChg chg="mod">
          <ac:chgData name="Oriol puig i Carreró" userId="aba7334eafb07142" providerId="LiveId" clId="{18DDD412-EE36-4FD3-A8CF-AAAE0AE8A3DF}" dt="2024-05-01T17:47:15.049" v="182" actId="20577"/>
          <ac:spMkLst>
            <pc:docMk/>
            <pc:sldMk cId="692127306" sldId="297"/>
            <ac:spMk id="3" creationId="{4E57C2B5-3877-4546-A081-2C67E87EDE66}"/>
          </ac:spMkLst>
        </pc:spChg>
        <pc:spChg chg="add del mod">
          <ac:chgData name="Oriol puig i Carreró" userId="aba7334eafb07142" providerId="LiveId" clId="{18DDD412-EE36-4FD3-A8CF-AAAE0AE8A3DF}" dt="2024-05-01T17:48:11.694" v="204" actId="478"/>
          <ac:spMkLst>
            <pc:docMk/>
            <pc:sldMk cId="692127306" sldId="297"/>
            <ac:spMk id="6" creationId="{FE2F4FBA-610E-546D-0B66-87BBB3F6C2A4}"/>
          </ac:spMkLst>
        </pc:spChg>
        <pc:spChg chg="mod">
          <ac:chgData name="Oriol puig i Carreró" userId="aba7334eafb07142" providerId="LiveId" clId="{18DDD412-EE36-4FD3-A8CF-AAAE0AE8A3DF}" dt="2024-05-01T17:48:05.192" v="203" actId="20577"/>
          <ac:spMkLst>
            <pc:docMk/>
            <pc:sldMk cId="692127306" sldId="297"/>
            <ac:spMk id="8" creationId="{FF19EF74-69FF-4593-903B-F4018E21C4CB}"/>
          </ac:spMkLst>
        </pc:spChg>
        <pc:spChg chg="add del mod">
          <ac:chgData name="Oriol puig i Carreró" userId="aba7334eafb07142" providerId="LiveId" clId="{18DDD412-EE36-4FD3-A8CF-AAAE0AE8A3DF}" dt="2024-05-01T17:46:40.187" v="146" actId="478"/>
          <ac:spMkLst>
            <pc:docMk/>
            <pc:sldMk cId="692127306" sldId="297"/>
            <ac:spMk id="9" creationId="{023F3F9D-198B-69C9-3F8C-FB204D756ABD}"/>
          </ac:spMkLst>
        </pc:spChg>
        <pc:spChg chg="add del mod">
          <ac:chgData name="Oriol puig i Carreró" userId="aba7334eafb07142" providerId="LiveId" clId="{18DDD412-EE36-4FD3-A8CF-AAAE0AE8A3DF}" dt="2024-05-01T17:46:54.943" v="154" actId="478"/>
          <ac:spMkLst>
            <pc:docMk/>
            <pc:sldMk cId="692127306" sldId="297"/>
            <ac:spMk id="11" creationId="{EE1C40DD-8E15-EBBA-91D9-8EAC250DEDF5}"/>
          </ac:spMkLst>
        </pc:spChg>
        <pc:spChg chg="del mod">
          <ac:chgData name="Oriol puig i Carreró" userId="aba7334eafb07142" providerId="LiveId" clId="{18DDD412-EE36-4FD3-A8CF-AAAE0AE8A3DF}" dt="2024-05-01T17:46:39.483" v="145" actId="478"/>
          <ac:spMkLst>
            <pc:docMk/>
            <pc:sldMk cId="692127306" sldId="297"/>
            <ac:spMk id="13" creationId="{B67A7CEE-BC77-4C94-86A4-09E2D3E73453}"/>
          </ac:spMkLst>
        </pc:spChg>
        <pc:spChg chg="del mod">
          <ac:chgData name="Oriol puig i Carreró" userId="aba7334eafb07142" providerId="LiveId" clId="{18DDD412-EE36-4FD3-A8CF-AAAE0AE8A3DF}" dt="2024-05-01T17:46:33.050" v="142" actId="478"/>
          <ac:spMkLst>
            <pc:docMk/>
            <pc:sldMk cId="692127306" sldId="297"/>
            <ac:spMk id="14" creationId="{3F8DD117-8EC8-4825-BBB5-553DEA734960}"/>
          </ac:spMkLst>
        </pc:spChg>
        <pc:spChg chg="del mod">
          <ac:chgData name="Oriol puig i Carreró" userId="aba7334eafb07142" providerId="LiveId" clId="{18DDD412-EE36-4FD3-A8CF-AAAE0AE8A3DF}" dt="2024-05-01T17:46:58.867" v="156" actId="478"/>
          <ac:spMkLst>
            <pc:docMk/>
            <pc:sldMk cId="692127306" sldId="297"/>
            <ac:spMk id="15" creationId="{33D7A057-56FC-4C14-AFD4-64D99F826AE0}"/>
          </ac:spMkLst>
        </pc:spChg>
        <pc:spChg chg="del mod">
          <ac:chgData name="Oriol puig i Carreró" userId="aba7334eafb07142" providerId="LiveId" clId="{18DDD412-EE36-4FD3-A8CF-AAAE0AE8A3DF}" dt="2024-05-01T17:47:04.779" v="160" actId="478"/>
          <ac:spMkLst>
            <pc:docMk/>
            <pc:sldMk cId="692127306" sldId="297"/>
            <ac:spMk id="16" creationId="{616A95C3-844A-429D-A34D-A0E89B5F4BB3}"/>
          </ac:spMkLst>
        </pc:spChg>
        <pc:spChg chg="del mod">
          <ac:chgData name="Oriol puig i Carreró" userId="aba7334eafb07142" providerId="LiveId" clId="{18DDD412-EE36-4FD3-A8CF-AAAE0AE8A3DF}" dt="2024-05-01T17:46:46.548" v="150" actId="478"/>
          <ac:spMkLst>
            <pc:docMk/>
            <pc:sldMk cId="692127306" sldId="297"/>
            <ac:spMk id="17" creationId="{F6DF28A9-C0AE-407A-9AFC-DBC32D4F615D}"/>
          </ac:spMkLst>
        </pc:spChg>
        <pc:spChg chg="del mod">
          <ac:chgData name="Oriol puig i Carreró" userId="aba7334eafb07142" providerId="LiveId" clId="{18DDD412-EE36-4FD3-A8CF-AAAE0AE8A3DF}" dt="2024-05-01T17:46:49.741" v="152" actId="478"/>
          <ac:spMkLst>
            <pc:docMk/>
            <pc:sldMk cId="692127306" sldId="297"/>
            <ac:spMk id="18" creationId="{5B0E68A5-7FD4-42F8-A4BA-07C6999D38B1}"/>
          </ac:spMkLst>
        </pc:spChg>
        <pc:spChg chg="add del mod">
          <ac:chgData name="Oriol puig i Carreró" userId="aba7334eafb07142" providerId="LiveId" clId="{18DDD412-EE36-4FD3-A8CF-AAAE0AE8A3DF}" dt="2024-05-01T17:46:51.407" v="153" actId="478"/>
          <ac:spMkLst>
            <pc:docMk/>
            <pc:sldMk cId="692127306" sldId="297"/>
            <ac:spMk id="19" creationId="{AE12D158-3B6F-03E0-7C0C-DE7CEAE7E657}"/>
          </ac:spMkLst>
        </pc:spChg>
        <pc:spChg chg="add del mod">
          <ac:chgData name="Oriol puig i Carreró" userId="aba7334eafb07142" providerId="LiveId" clId="{18DDD412-EE36-4FD3-A8CF-AAAE0AE8A3DF}" dt="2024-05-01T17:46:59.385" v="157" actId="478"/>
          <ac:spMkLst>
            <pc:docMk/>
            <pc:sldMk cId="692127306" sldId="297"/>
            <ac:spMk id="21" creationId="{DC3E0F08-2177-B3B6-AAF9-1712C524DCFF}"/>
          </ac:spMkLst>
        </pc:spChg>
        <pc:spChg chg="del mod">
          <ac:chgData name="Oriol puig i Carreró" userId="aba7334eafb07142" providerId="LiveId" clId="{18DDD412-EE36-4FD3-A8CF-AAAE0AE8A3DF}" dt="2024-05-01T17:45:42.920" v="109" actId="478"/>
          <ac:spMkLst>
            <pc:docMk/>
            <pc:sldMk cId="692127306" sldId="297"/>
            <ac:spMk id="22" creationId="{17C176E5-3AE1-44F2-9330-D25112CA774F}"/>
          </ac:spMkLst>
        </pc:spChg>
        <pc:spChg chg="add del mod">
          <ac:chgData name="Oriol puig i Carreró" userId="aba7334eafb07142" providerId="LiveId" clId="{18DDD412-EE36-4FD3-A8CF-AAAE0AE8A3DF}" dt="2024-05-01T17:47:17.360" v="183" actId="478"/>
          <ac:spMkLst>
            <pc:docMk/>
            <pc:sldMk cId="692127306" sldId="297"/>
            <ac:spMk id="24" creationId="{778C0195-CA47-5EFC-709C-6252B652340C}"/>
          </ac:spMkLst>
        </pc:spChg>
      </pc:sldChg>
      <pc:sldChg chg="addSp delSp modSp mod setBg">
        <pc:chgData name="Oriol puig i Carreró" userId="aba7334eafb07142" providerId="LiveId" clId="{18DDD412-EE36-4FD3-A8CF-AAAE0AE8A3DF}" dt="2024-05-01T18:36:12.063" v="718" actId="29295"/>
        <pc:sldMkLst>
          <pc:docMk/>
          <pc:sldMk cId="1200021451" sldId="298"/>
        </pc:sldMkLst>
        <pc:spChg chg="mod">
          <ac:chgData name="Oriol puig i Carreró" userId="aba7334eafb07142" providerId="LiveId" clId="{18DDD412-EE36-4FD3-A8CF-AAAE0AE8A3DF}" dt="2024-05-01T17:59:42.911" v="489" actId="20577"/>
          <ac:spMkLst>
            <pc:docMk/>
            <pc:sldMk cId="1200021451" sldId="298"/>
            <ac:spMk id="2" creationId="{65CDE186-3711-4F15-AA8A-075C52EAE99F}"/>
          </ac:spMkLst>
        </pc:spChg>
        <pc:spChg chg="mod">
          <ac:chgData name="Oriol puig i Carreró" userId="aba7334eafb07142" providerId="LiveId" clId="{18DDD412-EE36-4FD3-A8CF-AAAE0AE8A3DF}" dt="2024-05-01T18:04:19.092" v="546" actId="113"/>
          <ac:spMkLst>
            <pc:docMk/>
            <pc:sldMk cId="1200021451" sldId="298"/>
            <ac:spMk id="3" creationId="{BC7F39C3-F322-4503-8F3F-5BB3310AB0A8}"/>
          </ac:spMkLst>
        </pc:spChg>
        <pc:spChg chg="mod">
          <ac:chgData name="Oriol puig i Carreró" userId="aba7334eafb07142" providerId="LiveId" clId="{18DDD412-EE36-4FD3-A8CF-AAAE0AE8A3DF}" dt="2024-05-01T18:03:20.738" v="534" actId="1076"/>
          <ac:spMkLst>
            <pc:docMk/>
            <pc:sldMk cId="1200021451" sldId="298"/>
            <ac:spMk id="5" creationId="{85DD343D-FFFF-49FD-B58D-FEB0901ACCF4}"/>
          </ac:spMkLst>
        </pc:spChg>
        <pc:spChg chg="add del mod">
          <ac:chgData name="Oriol puig i Carreró" userId="aba7334eafb07142" providerId="LiveId" clId="{18DDD412-EE36-4FD3-A8CF-AAAE0AE8A3DF}" dt="2024-05-01T17:56:40.861" v="355" actId="931"/>
          <ac:spMkLst>
            <pc:docMk/>
            <pc:sldMk cId="1200021451" sldId="298"/>
            <ac:spMk id="7" creationId="{78D364F0-29FD-1C75-F530-E91CFB23AA0B}"/>
          </ac:spMkLst>
        </pc:spChg>
        <pc:spChg chg="add del mod">
          <ac:chgData name="Oriol puig i Carreró" userId="aba7334eafb07142" providerId="LiveId" clId="{18DDD412-EE36-4FD3-A8CF-AAAE0AE8A3DF}" dt="2024-05-01T17:59:23.248" v="457" actId="478"/>
          <ac:spMkLst>
            <pc:docMk/>
            <pc:sldMk cId="1200021451" sldId="298"/>
            <ac:spMk id="11" creationId="{34091425-C477-AD19-8EC0-EFFCDC5F5E6C}"/>
          </ac:spMkLst>
        </pc:spChg>
        <pc:spChg chg="add del mod">
          <ac:chgData name="Oriol puig i Carreró" userId="aba7334eafb07142" providerId="LiveId" clId="{18DDD412-EE36-4FD3-A8CF-AAAE0AE8A3DF}" dt="2024-05-01T17:59:25.584" v="458" actId="478"/>
          <ac:spMkLst>
            <pc:docMk/>
            <pc:sldMk cId="1200021451" sldId="298"/>
            <ac:spMk id="13" creationId="{E0B7C213-6071-A57B-F980-11D4044128B3}"/>
          </ac:spMkLst>
        </pc:spChg>
        <pc:spChg chg="add del mod">
          <ac:chgData name="Oriol puig i Carreró" userId="aba7334eafb07142" providerId="LiveId" clId="{18DDD412-EE36-4FD3-A8CF-AAAE0AE8A3DF}" dt="2024-05-01T18:00:07.367" v="496" actId="478"/>
          <ac:spMkLst>
            <pc:docMk/>
            <pc:sldMk cId="1200021451" sldId="298"/>
            <ac:spMk id="15" creationId="{3946C579-9024-A698-F3AB-77662482A1E2}"/>
          </ac:spMkLst>
        </pc:spChg>
        <pc:spChg chg="mod">
          <ac:chgData name="Oriol puig i Carreró" userId="aba7334eafb07142" providerId="LiveId" clId="{18DDD412-EE36-4FD3-A8CF-AAAE0AE8A3DF}" dt="2024-05-01T18:03:49.584" v="540" actId="20577"/>
          <ac:spMkLst>
            <pc:docMk/>
            <pc:sldMk cId="1200021451" sldId="298"/>
            <ac:spMk id="16" creationId="{370C771E-BA39-483A-A7F7-8763F92FDE40}"/>
          </ac:spMkLst>
        </pc:spChg>
        <pc:spChg chg="del mod">
          <ac:chgData name="Oriol puig i Carreró" userId="aba7334eafb07142" providerId="LiveId" clId="{18DDD412-EE36-4FD3-A8CF-AAAE0AE8A3DF}" dt="2024-05-01T18:00:05.941" v="495" actId="478"/>
          <ac:spMkLst>
            <pc:docMk/>
            <pc:sldMk cId="1200021451" sldId="298"/>
            <ac:spMk id="17" creationId="{564A7177-0CC1-43DC-8029-5CEC9F04FCAD}"/>
          </ac:spMkLst>
        </pc:spChg>
        <pc:spChg chg="del">
          <ac:chgData name="Oriol puig i Carreró" userId="aba7334eafb07142" providerId="LiveId" clId="{18DDD412-EE36-4FD3-A8CF-AAAE0AE8A3DF}" dt="2024-05-01T17:59:21.675" v="456" actId="478"/>
          <ac:spMkLst>
            <pc:docMk/>
            <pc:sldMk cId="1200021451" sldId="298"/>
            <ac:spMk id="18" creationId="{0C7F433D-063C-45DA-AAE6-5D6735A548CD}"/>
          </ac:spMkLst>
        </pc:spChg>
        <pc:spChg chg="del mod">
          <ac:chgData name="Oriol puig i Carreró" userId="aba7334eafb07142" providerId="LiveId" clId="{18DDD412-EE36-4FD3-A8CF-AAAE0AE8A3DF}" dt="2024-05-01T17:59:20.654" v="455" actId="478"/>
          <ac:spMkLst>
            <pc:docMk/>
            <pc:sldMk cId="1200021451" sldId="298"/>
            <ac:spMk id="19" creationId="{1B480EEC-A362-418A-B87F-A8557B9FDCDA}"/>
          </ac:spMkLst>
        </pc:spChg>
        <pc:spChg chg="del mod">
          <ac:chgData name="Oriol puig i Carreró" userId="aba7334eafb07142" providerId="LiveId" clId="{18DDD412-EE36-4FD3-A8CF-AAAE0AE8A3DF}" dt="2024-05-01T17:56:19.456" v="353" actId="478"/>
          <ac:spMkLst>
            <pc:docMk/>
            <pc:sldMk cId="1200021451" sldId="298"/>
            <ac:spMk id="159" creationId="{09F80EB9-BCE9-48D9-8939-69A689D60C57}"/>
          </ac:spMkLst>
        </pc:spChg>
        <pc:picChg chg="add mod">
          <ac:chgData name="Oriol puig i Carreró" userId="aba7334eafb07142" providerId="LiveId" clId="{18DDD412-EE36-4FD3-A8CF-AAAE0AE8A3DF}" dt="2024-05-01T18:36:12.063" v="718" actId="29295"/>
          <ac:picMkLst>
            <pc:docMk/>
            <pc:sldMk cId="1200021451" sldId="298"/>
            <ac:picMk id="9" creationId="{AEC7A0DD-E551-EC7D-7D58-A5CE328B7B39}"/>
          </ac:picMkLst>
        </pc:picChg>
        <pc:picChg chg="del">
          <ac:chgData name="Oriol puig i Carreró" userId="aba7334eafb07142" providerId="LiveId" clId="{18DDD412-EE36-4FD3-A8CF-AAAE0AE8A3DF}" dt="2024-05-01T17:56:21.147" v="354" actId="478"/>
          <ac:picMkLst>
            <pc:docMk/>
            <pc:sldMk cId="1200021451" sldId="298"/>
            <ac:picMk id="139" creationId="{75A3233C-6AA5-4B0A-8F24-6E96068D0158}"/>
          </ac:picMkLst>
        </pc:picChg>
      </pc:sldChg>
      <pc:sldChg chg="addSp delSp modSp mod ord setBg">
        <pc:chgData name="Oriol puig i Carreró" userId="aba7334eafb07142" providerId="LiveId" clId="{18DDD412-EE36-4FD3-A8CF-AAAE0AE8A3DF}" dt="2024-05-01T18:32:17.387" v="685" actId="207"/>
        <pc:sldMkLst>
          <pc:docMk/>
          <pc:sldMk cId="3673319965" sldId="299"/>
        </pc:sldMkLst>
        <pc:spChg chg="mod">
          <ac:chgData name="Oriol puig i Carreró" userId="aba7334eafb07142" providerId="LiveId" clId="{18DDD412-EE36-4FD3-A8CF-AAAE0AE8A3DF}" dt="2024-05-01T18:32:17.387" v="685" actId="207"/>
          <ac:spMkLst>
            <pc:docMk/>
            <pc:sldMk cId="3673319965" sldId="299"/>
            <ac:spMk id="3" creationId="{34D96B73-3DB1-42C1-B9F3-8004C43897DD}"/>
          </ac:spMkLst>
        </pc:spChg>
        <pc:spChg chg="mod">
          <ac:chgData name="Oriol puig i Carreró" userId="aba7334eafb07142" providerId="LiveId" clId="{18DDD412-EE36-4FD3-A8CF-AAAE0AE8A3DF}" dt="2024-05-01T18:31:58.694" v="662" actId="122"/>
          <ac:spMkLst>
            <pc:docMk/>
            <pc:sldMk cId="3673319965" sldId="299"/>
            <ac:spMk id="6" creationId="{0F65BBA0-595D-4970-8768-2D8DC31F2C2F}"/>
          </ac:spMkLst>
        </pc:spChg>
        <pc:spChg chg="add del mod">
          <ac:chgData name="Oriol puig i Carreró" userId="aba7334eafb07142" providerId="LiveId" clId="{18DDD412-EE36-4FD3-A8CF-AAAE0AE8A3DF}" dt="2024-05-01T18:28:10.590" v="634"/>
          <ac:spMkLst>
            <pc:docMk/>
            <pc:sldMk cId="3673319965" sldId="299"/>
            <ac:spMk id="7" creationId="{986F13FD-C9D5-75A2-971F-1AA5922A007F}"/>
          </ac:spMkLst>
        </pc:spChg>
        <pc:spChg chg="add del mod">
          <ac:chgData name="Oriol puig i Carreró" userId="aba7334eafb07142" providerId="LiveId" clId="{18DDD412-EE36-4FD3-A8CF-AAAE0AE8A3DF}" dt="2024-05-01T18:30:08.131" v="646" actId="478"/>
          <ac:spMkLst>
            <pc:docMk/>
            <pc:sldMk cId="3673319965" sldId="299"/>
            <ac:spMk id="11" creationId="{CF1641AE-48BC-E5F7-CE7E-47258E0C695C}"/>
          </ac:spMkLst>
        </pc:spChg>
        <pc:spChg chg="add del mod">
          <ac:chgData name="Oriol puig i Carreró" userId="aba7334eafb07142" providerId="LiveId" clId="{18DDD412-EE36-4FD3-A8CF-AAAE0AE8A3DF}" dt="2024-05-01T18:30:50.576" v="648" actId="931"/>
          <ac:spMkLst>
            <pc:docMk/>
            <pc:sldMk cId="3673319965" sldId="299"/>
            <ac:spMk id="15" creationId="{5BC04076-EA37-D2F1-2C3E-243F7A94647E}"/>
          </ac:spMkLst>
        </pc:spChg>
        <pc:graphicFrameChg chg="del">
          <ac:chgData name="Oriol puig i Carreró" userId="aba7334eafb07142" providerId="LiveId" clId="{18DDD412-EE36-4FD3-A8CF-AAAE0AE8A3DF}" dt="2024-05-01T18:28:01.642" v="633" actId="478"/>
          <ac:graphicFrameMkLst>
            <pc:docMk/>
            <pc:sldMk cId="3673319965" sldId="299"/>
            <ac:graphicFrameMk id="19" creationId="{94678FE0-8A28-40C4-8A79-E0938ED9D234}"/>
          </ac:graphicFrameMkLst>
        </pc:graphicFrameChg>
        <pc:picChg chg="add mod">
          <ac:chgData name="Oriol puig i Carreró" userId="aba7334eafb07142" providerId="LiveId" clId="{18DDD412-EE36-4FD3-A8CF-AAAE0AE8A3DF}" dt="2024-05-01T18:28:32.972" v="639"/>
          <ac:picMkLst>
            <pc:docMk/>
            <pc:sldMk cId="3673319965" sldId="299"/>
            <ac:picMk id="8" creationId="{76A8D620-6D1D-36ED-30E2-C753AD0A6C00}"/>
          </ac:picMkLst>
        </pc:picChg>
        <pc:picChg chg="add del">
          <ac:chgData name="Oriol puig i Carreró" userId="aba7334eafb07142" providerId="LiveId" clId="{18DDD412-EE36-4FD3-A8CF-AAAE0AE8A3DF}" dt="2024-05-01T18:30:21.305" v="647" actId="478"/>
          <ac:picMkLst>
            <pc:docMk/>
            <pc:sldMk cId="3673319965" sldId="299"/>
            <ac:picMk id="10" creationId="{4091BEB8-367A-43EC-85AA-BF46CFFE3E07}"/>
          </ac:picMkLst>
        </pc:picChg>
        <pc:picChg chg="add mod">
          <ac:chgData name="Oriol puig i Carreró" userId="aba7334eafb07142" providerId="LiveId" clId="{18DDD412-EE36-4FD3-A8CF-AAAE0AE8A3DF}" dt="2024-05-01T18:30:07.369" v="645" actId="931"/>
          <ac:picMkLst>
            <pc:docMk/>
            <pc:sldMk cId="3673319965" sldId="299"/>
            <ac:picMk id="13" creationId="{6F258A02-3ECB-FB01-DDC2-527BE9D133AD}"/>
          </ac:picMkLst>
        </pc:picChg>
        <pc:picChg chg="add mod">
          <ac:chgData name="Oriol puig i Carreró" userId="aba7334eafb07142" providerId="LiveId" clId="{18DDD412-EE36-4FD3-A8CF-AAAE0AE8A3DF}" dt="2024-05-01T18:31:34.044" v="658" actId="29295"/>
          <ac:picMkLst>
            <pc:docMk/>
            <pc:sldMk cId="3673319965" sldId="299"/>
            <ac:picMk id="17" creationId="{7B66C4D4-C1EE-7421-1F9A-5B2558588464}"/>
          </ac:picMkLst>
        </pc:picChg>
      </pc:sldChg>
      <pc:sldChg chg="del">
        <pc:chgData name="Oriol puig i Carreró" userId="aba7334eafb07142" providerId="LiveId" clId="{18DDD412-EE36-4FD3-A8CF-AAAE0AE8A3DF}" dt="2024-05-01T18:56:49.420" v="1143" actId="2696"/>
        <pc:sldMkLst>
          <pc:docMk/>
          <pc:sldMk cId="2104931585" sldId="300"/>
        </pc:sldMkLst>
      </pc:sldChg>
      <pc:sldChg chg="addSp delSp modSp mod ord setBg">
        <pc:chgData name="Oriol puig i Carreró" userId="aba7334eafb07142" providerId="LiveId" clId="{18DDD412-EE36-4FD3-A8CF-AAAE0AE8A3DF}" dt="2024-05-01T19:06:24.576" v="1228" actId="20577"/>
        <pc:sldMkLst>
          <pc:docMk/>
          <pc:sldMk cId="2102274910" sldId="301"/>
        </pc:sldMkLst>
        <pc:spChg chg="mod">
          <ac:chgData name="Oriol puig i Carreró" userId="aba7334eafb07142" providerId="LiveId" clId="{18DDD412-EE36-4FD3-A8CF-AAAE0AE8A3DF}" dt="2024-05-01T18:46:43.790" v="907" actId="207"/>
          <ac:spMkLst>
            <pc:docMk/>
            <pc:sldMk cId="2102274910" sldId="301"/>
            <ac:spMk id="3" creationId="{05005DA3-4854-4E8B-A4A6-957C02FEB0F9}"/>
          </ac:spMkLst>
        </pc:spChg>
        <pc:spChg chg="mod">
          <ac:chgData name="Oriol puig i Carreró" userId="aba7334eafb07142" providerId="LiveId" clId="{18DDD412-EE36-4FD3-A8CF-AAAE0AE8A3DF}" dt="2024-05-01T18:46:55.829" v="928" actId="207"/>
          <ac:spMkLst>
            <pc:docMk/>
            <pc:sldMk cId="2102274910" sldId="301"/>
            <ac:spMk id="4" creationId="{95DD81F6-5149-4419-A3AA-B1E3BE822B8A}"/>
          </ac:spMkLst>
        </pc:spChg>
        <pc:spChg chg="add del mod">
          <ac:chgData name="Oriol puig i Carreró" userId="aba7334eafb07142" providerId="LiveId" clId="{18DDD412-EE36-4FD3-A8CF-AAAE0AE8A3DF}" dt="2024-05-01T18:33:33.455" v="690" actId="931"/>
          <ac:spMkLst>
            <pc:docMk/>
            <pc:sldMk cId="2102274910" sldId="301"/>
            <ac:spMk id="7" creationId="{BDD2FBE6-6996-732A-ACF7-425E00A57794}"/>
          </ac:spMkLst>
        </pc:spChg>
        <pc:spChg chg="mod">
          <ac:chgData name="Oriol puig i Carreró" userId="aba7334eafb07142" providerId="LiveId" clId="{18DDD412-EE36-4FD3-A8CF-AAAE0AE8A3DF}" dt="2024-05-01T18:46:31.833" v="894" actId="113"/>
          <ac:spMkLst>
            <pc:docMk/>
            <pc:sldMk cId="2102274910" sldId="301"/>
            <ac:spMk id="11" creationId="{FF3F220D-927F-4B7C-A500-DB06031480E1}"/>
          </ac:spMkLst>
        </pc:spChg>
        <pc:spChg chg="mod">
          <ac:chgData name="Oriol puig i Carreró" userId="aba7334eafb07142" providerId="LiveId" clId="{18DDD412-EE36-4FD3-A8CF-AAAE0AE8A3DF}" dt="2024-05-01T19:06:16.319" v="1227" actId="20577"/>
          <ac:spMkLst>
            <pc:docMk/>
            <pc:sldMk cId="2102274910" sldId="301"/>
            <ac:spMk id="12" creationId="{79CF9814-FBB9-4B07-A6FC-F4816BAFD5E7}"/>
          </ac:spMkLst>
        </pc:spChg>
        <pc:spChg chg="add mod">
          <ac:chgData name="Oriol puig i Carreró" userId="aba7334eafb07142" providerId="LiveId" clId="{18DDD412-EE36-4FD3-A8CF-AAAE0AE8A3DF}" dt="2024-05-01T18:46:36.298" v="896" actId="113"/>
          <ac:spMkLst>
            <pc:docMk/>
            <pc:sldMk cId="2102274910" sldId="301"/>
            <ac:spMk id="13" creationId="{4D057FEE-40D2-43AA-2A00-F4EC93D24144}"/>
          </ac:spMkLst>
        </pc:spChg>
        <pc:spChg chg="add mod">
          <ac:chgData name="Oriol puig i Carreró" userId="aba7334eafb07142" providerId="LiveId" clId="{18DDD412-EE36-4FD3-A8CF-AAAE0AE8A3DF}" dt="2024-05-01T19:06:24.576" v="1228" actId="20577"/>
          <ac:spMkLst>
            <pc:docMk/>
            <pc:sldMk cId="2102274910" sldId="301"/>
            <ac:spMk id="14" creationId="{C792C103-34EF-6DF4-6174-04AC08DF819D}"/>
          </ac:spMkLst>
        </pc:spChg>
        <pc:spChg chg="del mod">
          <ac:chgData name="Oriol puig i Carreró" userId="aba7334eafb07142" providerId="LiveId" clId="{18DDD412-EE36-4FD3-A8CF-AAAE0AE8A3DF}" dt="2024-05-01T18:34:09.907" v="696" actId="478"/>
          <ac:spMkLst>
            <pc:docMk/>
            <pc:sldMk cId="2102274910" sldId="301"/>
            <ac:spMk id="15" creationId="{B7983614-C8F0-40F3-A0C5-5F588325A8C7}"/>
          </ac:spMkLst>
        </pc:spChg>
        <pc:picChg chg="del">
          <ac:chgData name="Oriol puig i Carreró" userId="aba7334eafb07142" providerId="LiveId" clId="{18DDD412-EE36-4FD3-A8CF-AAAE0AE8A3DF}" dt="2024-05-01T18:32:51.552" v="689" actId="478"/>
          <ac:picMkLst>
            <pc:docMk/>
            <pc:sldMk cId="2102274910" sldId="301"/>
            <ac:picMk id="9" creationId="{B1FA7CA3-31C3-4909-8F30-8FFC7F515C50}"/>
          </ac:picMkLst>
        </pc:picChg>
        <pc:picChg chg="add mod">
          <ac:chgData name="Oriol puig i Carreró" userId="aba7334eafb07142" providerId="LiveId" clId="{18DDD412-EE36-4FD3-A8CF-AAAE0AE8A3DF}" dt="2024-05-01T18:33:42.455" v="691" actId="29295"/>
          <ac:picMkLst>
            <pc:docMk/>
            <pc:sldMk cId="2102274910" sldId="301"/>
            <ac:picMk id="10" creationId="{BBB4D957-ECF5-6432-DBCD-CA5ABF61E6B1}"/>
          </ac:picMkLst>
        </pc:picChg>
      </pc:sldChg>
      <pc:sldChg chg="addSp delSp modSp del mod setBg">
        <pc:chgData name="Oriol puig i Carreró" userId="aba7334eafb07142" providerId="LiveId" clId="{18DDD412-EE36-4FD3-A8CF-AAAE0AE8A3DF}" dt="2024-05-01T18:32:23.200" v="686" actId="2696"/>
        <pc:sldMkLst>
          <pc:docMk/>
          <pc:sldMk cId="729548019" sldId="302"/>
        </pc:sldMkLst>
        <pc:spChg chg="mod">
          <ac:chgData name="Oriol puig i Carreró" userId="aba7334eafb07142" providerId="LiveId" clId="{18DDD412-EE36-4FD3-A8CF-AAAE0AE8A3DF}" dt="2024-05-01T17:52:14.167" v="316" actId="207"/>
          <ac:spMkLst>
            <pc:docMk/>
            <pc:sldMk cId="729548019" sldId="302"/>
            <ac:spMk id="3" creationId="{09EB8B24-EE15-4C2B-9998-AF7668DBF35D}"/>
          </ac:spMkLst>
        </pc:spChg>
        <pc:spChg chg="mod">
          <ac:chgData name="Oriol puig i Carreró" userId="aba7334eafb07142" providerId="LiveId" clId="{18DDD412-EE36-4FD3-A8CF-AAAE0AE8A3DF}" dt="2024-05-01T17:51:57.569" v="313" actId="207"/>
          <ac:spMkLst>
            <pc:docMk/>
            <pc:sldMk cId="729548019" sldId="302"/>
            <ac:spMk id="4" creationId="{96BFABD5-C80C-4D6E-940C-EC4C22047CC3}"/>
          </ac:spMkLst>
        </pc:spChg>
        <pc:spChg chg="add del mod">
          <ac:chgData name="Oriol puig i Carreró" userId="aba7334eafb07142" providerId="LiveId" clId="{18DDD412-EE36-4FD3-A8CF-AAAE0AE8A3DF}" dt="2024-05-01T17:48:45.350" v="229" actId="478"/>
          <ac:spMkLst>
            <pc:docMk/>
            <pc:sldMk cId="729548019" sldId="302"/>
            <ac:spMk id="6" creationId="{D8A9EF9A-0CF7-F165-BE33-90BD28B0EF5B}"/>
          </ac:spMkLst>
        </pc:spChg>
        <pc:spChg chg="add del mod">
          <ac:chgData name="Oriol puig i Carreró" userId="aba7334eafb07142" providerId="LiveId" clId="{18DDD412-EE36-4FD3-A8CF-AAAE0AE8A3DF}" dt="2024-05-01T17:48:50.151" v="232" actId="478"/>
          <ac:spMkLst>
            <pc:docMk/>
            <pc:sldMk cId="729548019" sldId="302"/>
            <ac:spMk id="8" creationId="{1E7C7617-9FAE-022E-5FE0-D813EB5A2962}"/>
          </ac:spMkLst>
        </pc:spChg>
        <pc:spChg chg="add del mod">
          <ac:chgData name="Oriol puig i Carreró" userId="aba7334eafb07142" providerId="LiveId" clId="{18DDD412-EE36-4FD3-A8CF-AAAE0AE8A3DF}" dt="2024-05-01T17:48:53.783" v="236" actId="478"/>
          <ac:spMkLst>
            <pc:docMk/>
            <pc:sldMk cId="729548019" sldId="302"/>
            <ac:spMk id="10" creationId="{D2226D98-A662-6EBC-37C3-9FA75B4B696D}"/>
          </ac:spMkLst>
        </pc:spChg>
        <pc:spChg chg="add del mod">
          <ac:chgData name="Oriol puig i Carreró" userId="aba7334eafb07142" providerId="LiveId" clId="{18DDD412-EE36-4FD3-A8CF-AAAE0AE8A3DF}" dt="2024-05-01T17:48:57.504" v="239" actId="478"/>
          <ac:spMkLst>
            <pc:docMk/>
            <pc:sldMk cId="729548019" sldId="302"/>
            <ac:spMk id="12" creationId="{6C108D0A-1A35-050F-7037-5E4FCFAC54EB}"/>
          </ac:spMkLst>
        </pc:spChg>
        <pc:spChg chg="add del mod">
          <ac:chgData name="Oriol puig i Carreró" userId="aba7334eafb07142" providerId="LiveId" clId="{18DDD412-EE36-4FD3-A8CF-AAAE0AE8A3DF}" dt="2024-05-01T17:49:02.063" v="241" actId="478"/>
          <ac:spMkLst>
            <pc:docMk/>
            <pc:sldMk cId="729548019" sldId="302"/>
            <ac:spMk id="14" creationId="{E175894A-2146-E60D-2BF2-ED05C85F04FD}"/>
          </ac:spMkLst>
        </pc:spChg>
        <pc:spChg chg="add del mod">
          <ac:chgData name="Oriol puig i Carreró" userId="aba7334eafb07142" providerId="LiveId" clId="{18DDD412-EE36-4FD3-A8CF-AAAE0AE8A3DF}" dt="2024-05-01T17:49:05.215" v="243" actId="478"/>
          <ac:spMkLst>
            <pc:docMk/>
            <pc:sldMk cId="729548019" sldId="302"/>
            <ac:spMk id="16" creationId="{1FE67DE5-C6A0-424E-0310-866C1DAB9561}"/>
          </ac:spMkLst>
        </pc:spChg>
        <pc:spChg chg="add del mod">
          <ac:chgData name="Oriol puig i Carreró" userId="aba7334eafb07142" providerId="LiveId" clId="{18DDD412-EE36-4FD3-A8CF-AAAE0AE8A3DF}" dt="2024-05-01T17:49:09.119" v="245" actId="478"/>
          <ac:spMkLst>
            <pc:docMk/>
            <pc:sldMk cId="729548019" sldId="302"/>
            <ac:spMk id="18" creationId="{F9EBF740-F944-D139-CB4C-2EC7C22B1ED8}"/>
          </ac:spMkLst>
        </pc:spChg>
        <pc:spChg chg="del mod">
          <ac:chgData name="Oriol puig i Carreró" userId="aba7334eafb07142" providerId="LiveId" clId="{18DDD412-EE36-4FD3-A8CF-AAAE0AE8A3DF}" dt="2024-05-01T17:48:47.468" v="231" actId="478"/>
          <ac:spMkLst>
            <pc:docMk/>
            <pc:sldMk cId="729548019" sldId="302"/>
            <ac:spMk id="20" creationId="{2BA1160B-EC3C-470D-971E-E77FA3080655}"/>
          </ac:spMkLst>
        </pc:spChg>
        <pc:spChg chg="del mod">
          <ac:chgData name="Oriol puig i Carreró" userId="aba7334eafb07142" providerId="LiveId" clId="{18DDD412-EE36-4FD3-A8CF-AAAE0AE8A3DF}" dt="2024-05-01T17:48:42.167" v="228" actId="478"/>
          <ac:spMkLst>
            <pc:docMk/>
            <pc:sldMk cId="729548019" sldId="302"/>
            <ac:spMk id="21" creationId="{C31562E9-A311-451F-916B-9705C8C95DCA}"/>
          </ac:spMkLst>
        </pc:spChg>
        <pc:spChg chg="del">
          <ac:chgData name="Oriol puig i Carreró" userId="aba7334eafb07142" providerId="LiveId" clId="{18DDD412-EE36-4FD3-A8CF-AAAE0AE8A3DF}" dt="2024-05-01T17:49:11.121" v="246" actId="478"/>
          <ac:spMkLst>
            <pc:docMk/>
            <pc:sldMk cId="729548019" sldId="302"/>
            <ac:spMk id="22" creationId="{4F4098F3-A146-4ED9-BD42-820C174F5AB2}"/>
          </ac:spMkLst>
        </pc:spChg>
        <pc:spChg chg="add del mod">
          <ac:chgData name="Oriol puig i Carreró" userId="aba7334eafb07142" providerId="LiveId" clId="{18DDD412-EE36-4FD3-A8CF-AAAE0AE8A3DF}" dt="2024-05-01T17:49:13.511" v="247" actId="478"/>
          <ac:spMkLst>
            <pc:docMk/>
            <pc:sldMk cId="729548019" sldId="302"/>
            <ac:spMk id="23" creationId="{B6CF3A5C-463D-EC3A-276A-E1DCA32EF26B}"/>
          </ac:spMkLst>
        </pc:spChg>
        <pc:spChg chg="add del mod">
          <ac:chgData name="Oriol puig i Carreró" userId="aba7334eafb07142" providerId="LiveId" clId="{18DDD412-EE36-4FD3-A8CF-AAAE0AE8A3DF}" dt="2024-05-01T17:49:21.110" v="250" actId="478"/>
          <ac:spMkLst>
            <pc:docMk/>
            <pc:sldMk cId="729548019" sldId="302"/>
            <ac:spMk id="25" creationId="{B95E1A29-1D1B-399C-864A-3FE7FAD58351}"/>
          </ac:spMkLst>
        </pc:spChg>
        <pc:spChg chg="mod">
          <ac:chgData name="Oriol puig i Carreró" userId="aba7334eafb07142" providerId="LiveId" clId="{18DDD412-EE36-4FD3-A8CF-AAAE0AE8A3DF}" dt="2024-05-01T17:51:49.845" v="312" actId="113"/>
          <ac:spMkLst>
            <pc:docMk/>
            <pc:sldMk cId="729548019" sldId="302"/>
            <ac:spMk id="30" creationId="{347FE036-FC97-4AA2-BCCE-1FC41168E3A7}"/>
          </ac:spMkLst>
        </pc:spChg>
        <pc:spChg chg="del mod">
          <ac:chgData name="Oriol puig i Carreró" userId="aba7334eafb07142" providerId="LiveId" clId="{18DDD412-EE36-4FD3-A8CF-AAAE0AE8A3DF}" dt="2024-05-01T17:48:51.273" v="234" actId="478"/>
          <ac:spMkLst>
            <pc:docMk/>
            <pc:sldMk cId="729548019" sldId="302"/>
            <ac:spMk id="31" creationId="{0618B221-BBAE-4728-B61D-FC91F644CAD6}"/>
          </ac:spMkLst>
        </pc:spChg>
        <pc:spChg chg="del mod">
          <ac:chgData name="Oriol puig i Carreró" userId="aba7334eafb07142" providerId="LiveId" clId="{18DDD412-EE36-4FD3-A8CF-AAAE0AE8A3DF}" dt="2024-05-01T17:48:56.116" v="238" actId="478"/>
          <ac:spMkLst>
            <pc:docMk/>
            <pc:sldMk cId="729548019" sldId="302"/>
            <ac:spMk id="32" creationId="{1CE98042-2C14-4BB1-84EA-A598DD72CEAE}"/>
          </ac:spMkLst>
        </pc:spChg>
        <pc:spChg chg="del">
          <ac:chgData name="Oriol puig i Carreró" userId="aba7334eafb07142" providerId="LiveId" clId="{18DDD412-EE36-4FD3-A8CF-AAAE0AE8A3DF}" dt="2024-05-01T17:48:59.707" v="240" actId="478"/>
          <ac:spMkLst>
            <pc:docMk/>
            <pc:sldMk cId="729548019" sldId="302"/>
            <ac:spMk id="33" creationId="{E3BF1C92-1234-4A7D-8592-57F143979A03}"/>
          </ac:spMkLst>
        </pc:spChg>
        <pc:spChg chg="del">
          <ac:chgData name="Oriol puig i Carreró" userId="aba7334eafb07142" providerId="LiveId" clId="{18DDD412-EE36-4FD3-A8CF-AAAE0AE8A3DF}" dt="2024-05-01T17:49:04.226" v="242" actId="478"/>
          <ac:spMkLst>
            <pc:docMk/>
            <pc:sldMk cId="729548019" sldId="302"/>
            <ac:spMk id="34" creationId="{6D85EFE0-CA57-469F-B83F-5378F976F40B}"/>
          </ac:spMkLst>
        </pc:spChg>
        <pc:spChg chg="del">
          <ac:chgData name="Oriol puig i Carreró" userId="aba7334eafb07142" providerId="LiveId" clId="{18DDD412-EE36-4FD3-A8CF-AAAE0AE8A3DF}" dt="2024-05-01T17:49:07.875" v="244" actId="478"/>
          <ac:spMkLst>
            <pc:docMk/>
            <pc:sldMk cId="729548019" sldId="302"/>
            <ac:spMk id="35" creationId="{73553CA1-A243-4DDE-968F-3EB92BBC3727}"/>
          </ac:spMkLst>
        </pc:spChg>
        <pc:spChg chg="del mod">
          <ac:chgData name="Oriol puig i Carreró" userId="aba7334eafb07142" providerId="LiveId" clId="{18DDD412-EE36-4FD3-A8CF-AAAE0AE8A3DF}" dt="2024-05-01T17:49:18.519" v="249" actId="478"/>
          <ac:spMkLst>
            <pc:docMk/>
            <pc:sldMk cId="729548019" sldId="302"/>
            <ac:spMk id="36" creationId="{D60CCECF-28FF-444C-B227-DFF676A16008}"/>
          </ac:spMkLst>
        </pc:spChg>
        <pc:picChg chg="add mod">
          <ac:chgData name="Oriol puig i Carreró" userId="aba7334eafb07142" providerId="LiveId" clId="{18DDD412-EE36-4FD3-A8CF-AAAE0AE8A3DF}" dt="2024-05-01T17:55:49.437" v="340" actId="1076"/>
          <ac:picMkLst>
            <pc:docMk/>
            <pc:sldMk cId="729548019" sldId="302"/>
            <ac:picMk id="26" creationId="{D63EFD0E-3171-2B7B-6BEB-601C67692310}"/>
          </ac:picMkLst>
        </pc:picChg>
      </pc:sldChg>
      <pc:sldChg chg="addSp delSp modSp add mod setBg">
        <pc:chgData name="Oriol puig i Carreró" userId="aba7334eafb07142" providerId="LiveId" clId="{18DDD412-EE36-4FD3-A8CF-AAAE0AE8A3DF}" dt="2024-05-01T19:06:54.988" v="1230"/>
        <pc:sldMkLst>
          <pc:docMk/>
          <pc:sldMk cId="421427661" sldId="303"/>
        </pc:sldMkLst>
        <pc:picChg chg="add mod">
          <ac:chgData name="Oriol puig i Carreró" userId="aba7334eafb07142" providerId="LiveId" clId="{18DDD412-EE36-4FD3-A8CF-AAAE0AE8A3DF}" dt="2024-05-01T17:56:06.192" v="348" actId="1076"/>
          <ac:picMkLst>
            <pc:docMk/>
            <pc:sldMk cId="421427661" sldId="303"/>
            <ac:picMk id="2" creationId="{3922AF18-0DD3-46A2-BBA5-15B408557380}"/>
          </ac:picMkLst>
        </pc:picChg>
        <pc:picChg chg="del">
          <ac:chgData name="Oriol puig i Carreró" userId="aba7334eafb07142" providerId="LiveId" clId="{18DDD412-EE36-4FD3-A8CF-AAAE0AE8A3DF}" dt="2024-05-01T17:53:21.144" v="318" actId="478"/>
          <ac:picMkLst>
            <pc:docMk/>
            <pc:sldMk cId="421427661" sldId="303"/>
            <ac:picMk id="26" creationId="{D63EFD0E-3171-2B7B-6BEB-601C67692310}"/>
          </ac:picMkLst>
        </pc:picChg>
      </pc:sldChg>
      <pc:sldChg chg="addSp delSp modSp add mod ord">
        <pc:chgData name="Oriol puig i Carreró" userId="aba7334eafb07142" providerId="LiveId" clId="{18DDD412-EE36-4FD3-A8CF-AAAE0AE8A3DF}" dt="2024-05-01T18:18:34.464" v="585" actId="1076"/>
        <pc:sldMkLst>
          <pc:docMk/>
          <pc:sldMk cId="623672391" sldId="304"/>
        </pc:sldMkLst>
        <pc:spChg chg="mod">
          <ac:chgData name="Oriol puig i Carreró" userId="aba7334eafb07142" providerId="LiveId" clId="{18DDD412-EE36-4FD3-A8CF-AAAE0AE8A3DF}" dt="2024-05-01T18:17:27.123" v="578" actId="20577"/>
          <ac:spMkLst>
            <pc:docMk/>
            <pc:sldMk cId="623672391" sldId="304"/>
            <ac:spMk id="30" creationId="{347FE036-FC97-4AA2-BCCE-1FC41168E3A7}"/>
          </ac:spMkLst>
        </pc:spChg>
        <pc:graphicFrameChg chg="add mod">
          <ac:chgData name="Oriol puig i Carreró" userId="aba7334eafb07142" providerId="LiveId" clId="{18DDD412-EE36-4FD3-A8CF-AAAE0AE8A3DF}" dt="2024-05-01T18:17:53.516" v="580"/>
          <ac:graphicFrameMkLst>
            <pc:docMk/>
            <pc:sldMk cId="623672391" sldId="304"/>
            <ac:graphicFrameMk id="2" creationId="{99C0F78A-1E71-D04C-7630-E481533E9E99}"/>
          </ac:graphicFrameMkLst>
        </pc:graphicFrameChg>
        <pc:graphicFrameChg chg="add mod modGraphic">
          <ac:chgData name="Oriol puig i Carreró" userId="aba7334eafb07142" providerId="LiveId" clId="{18DDD412-EE36-4FD3-A8CF-AAAE0AE8A3DF}" dt="2024-05-01T18:18:27.327" v="583" actId="14100"/>
          <ac:graphicFrameMkLst>
            <pc:docMk/>
            <pc:sldMk cId="623672391" sldId="304"/>
            <ac:graphicFrameMk id="6" creationId="{B69D565B-D910-25F8-B7A7-4D1D4FC37707}"/>
          </ac:graphicFrameMkLst>
        </pc:graphicFrameChg>
        <pc:picChg chg="add mod">
          <ac:chgData name="Oriol puig i Carreró" userId="aba7334eafb07142" providerId="LiveId" clId="{18DDD412-EE36-4FD3-A8CF-AAAE0AE8A3DF}" dt="2024-05-01T18:18:34.464" v="585" actId="1076"/>
          <ac:picMkLst>
            <pc:docMk/>
            <pc:sldMk cId="623672391" sldId="304"/>
            <ac:picMk id="7" creationId="{ED3DEDD4-CCC3-9F0E-F115-1E8C701FC9FE}"/>
          </ac:picMkLst>
        </pc:picChg>
        <pc:picChg chg="del">
          <ac:chgData name="Oriol puig i Carreró" userId="aba7334eafb07142" providerId="LiveId" clId="{18DDD412-EE36-4FD3-A8CF-AAAE0AE8A3DF}" dt="2024-05-01T18:17:30.155" v="579" actId="478"/>
          <ac:picMkLst>
            <pc:docMk/>
            <pc:sldMk cId="623672391" sldId="304"/>
            <ac:picMk id="26" creationId="{D63EFD0E-3171-2B7B-6BEB-601C67692310}"/>
          </ac:picMkLst>
        </pc:picChg>
      </pc:sldChg>
      <pc:sldChg chg="addSp delSp modSp add mod">
        <pc:chgData name="Oriol puig i Carreró" userId="aba7334eafb07142" providerId="LiveId" clId="{18DDD412-EE36-4FD3-A8CF-AAAE0AE8A3DF}" dt="2024-05-01T18:20:24.733" v="589" actId="1076"/>
        <pc:sldMkLst>
          <pc:docMk/>
          <pc:sldMk cId="2299366040" sldId="305"/>
        </pc:sldMkLst>
        <pc:picChg chg="add mod">
          <ac:chgData name="Oriol puig i Carreró" userId="aba7334eafb07142" providerId="LiveId" clId="{18DDD412-EE36-4FD3-A8CF-AAAE0AE8A3DF}" dt="2024-05-01T18:20:24.733" v="589" actId="1076"/>
          <ac:picMkLst>
            <pc:docMk/>
            <pc:sldMk cId="2299366040" sldId="305"/>
            <ac:picMk id="2" creationId="{F5B23E3A-15DB-5E71-B6CE-80D9F26A3F69}"/>
          </ac:picMkLst>
        </pc:picChg>
        <pc:picChg chg="del">
          <ac:chgData name="Oriol puig i Carreró" userId="aba7334eafb07142" providerId="LiveId" clId="{18DDD412-EE36-4FD3-A8CF-AAAE0AE8A3DF}" dt="2024-05-01T18:18:42.977" v="587" actId="478"/>
          <ac:picMkLst>
            <pc:docMk/>
            <pc:sldMk cId="2299366040" sldId="305"/>
            <ac:picMk id="7" creationId="{ED3DEDD4-CCC3-9F0E-F115-1E8C701FC9FE}"/>
          </ac:picMkLst>
        </pc:picChg>
      </pc:sldChg>
      <pc:sldChg chg="addSp delSp modSp add mod ord">
        <pc:chgData name="Oriol puig i Carreró" userId="aba7334eafb07142" providerId="LiveId" clId="{18DDD412-EE36-4FD3-A8CF-AAAE0AE8A3DF}" dt="2024-05-01T19:12:09.052" v="1234" actId="20577"/>
        <pc:sldMkLst>
          <pc:docMk/>
          <pc:sldMk cId="342787534" sldId="306"/>
        </pc:sldMkLst>
        <pc:spChg chg="add del mod">
          <ac:chgData name="Oriol puig i Carreró" userId="aba7334eafb07142" providerId="LiveId" clId="{18DDD412-EE36-4FD3-A8CF-AAAE0AE8A3DF}" dt="2024-05-01T18:21:24.821" v="596" actId="478"/>
          <ac:spMkLst>
            <pc:docMk/>
            <pc:sldMk cId="342787534" sldId="306"/>
            <ac:spMk id="6" creationId="{82A6E46B-C218-60EF-4422-5119FD29F9C0}"/>
          </ac:spMkLst>
        </pc:spChg>
        <pc:spChg chg="mod">
          <ac:chgData name="Oriol puig i Carreró" userId="aba7334eafb07142" providerId="LiveId" clId="{18DDD412-EE36-4FD3-A8CF-AAAE0AE8A3DF}" dt="2024-05-01T18:22:00.912" v="597"/>
          <ac:spMkLst>
            <pc:docMk/>
            <pc:sldMk cId="342787534" sldId="306"/>
            <ac:spMk id="8" creationId="{1F7C5219-C358-0D09-B56B-7E7A9BECB3F2}"/>
          </ac:spMkLst>
        </pc:spChg>
        <pc:spChg chg="mod">
          <ac:chgData name="Oriol puig i Carreró" userId="aba7334eafb07142" providerId="LiveId" clId="{18DDD412-EE36-4FD3-A8CF-AAAE0AE8A3DF}" dt="2024-05-01T18:22:00.912" v="597"/>
          <ac:spMkLst>
            <pc:docMk/>
            <pc:sldMk cId="342787534" sldId="306"/>
            <ac:spMk id="10" creationId="{5BF86418-EBF2-9BD4-A011-43EA19C1CCD4}"/>
          </ac:spMkLst>
        </pc:spChg>
        <pc:spChg chg="add mod">
          <ac:chgData name="Oriol puig i Carreró" userId="aba7334eafb07142" providerId="LiveId" clId="{18DDD412-EE36-4FD3-A8CF-AAAE0AE8A3DF}" dt="2024-05-01T18:22:22.941" v="601" actId="1076"/>
          <ac:spMkLst>
            <pc:docMk/>
            <pc:sldMk cId="342787534" sldId="306"/>
            <ac:spMk id="11" creationId="{0E6ADD60-60A8-4319-B894-E61057F26CB8}"/>
          </ac:spMkLst>
        </pc:spChg>
        <pc:spChg chg="add mod">
          <ac:chgData name="Oriol puig i Carreró" userId="aba7334eafb07142" providerId="LiveId" clId="{18DDD412-EE36-4FD3-A8CF-AAAE0AE8A3DF}" dt="2024-05-01T18:22:22.941" v="601" actId="1076"/>
          <ac:spMkLst>
            <pc:docMk/>
            <pc:sldMk cId="342787534" sldId="306"/>
            <ac:spMk id="12" creationId="{11214390-8DBA-8CBF-BABB-EC658EFDAE24}"/>
          </ac:spMkLst>
        </pc:spChg>
        <pc:spChg chg="add mod">
          <ac:chgData name="Oriol puig i Carreró" userId="aba7334eafb07142" providerId="LiveId" clId="{18DDD412-EE36-4FD3-A8CF-AAAE0AE8A3DF}" dt="2024-05-01T18:22:22.941" v="601" actId="1076"/>
          <ac:spMkLst>
            <pc:docMk/>
            <pc:sldMk cId="342787534" sldId="306"/>
            <ac:spMk id="13" creationId="{339E0812-924A-506D-58FB-460411712F57}"/>
          </ac:spMkLst>
        </pc:spChg>
        <pc:spChg chg="add mod">
          <ac:chgData name="Oriol puig i Carreró" userId="aba7334eafb07142" providerId="LiveId" clId="{18DDD412-EE36-4FD3-A8CF-AAAE0AE8A3DF}" dt="2024-05-01T18:22:22.941" v="601" actId="1076"/>
          <ac:spMkLst>
            <pc:docMk/>
            <pc:sldMk cId="342787534" sldId="306"/>
            <ac:spMk id="14" creationId="{20848800-BDD6-8147-84A5-036D99FB4E52}"/>
          </ac:spMkLst>
        </pc:spChg>
        <pc:spChg chg="mod">
          <ac:chgData name="Oriol puig i Carreró" userId="aba7334eafb07142" providerId="LiveId" clId="{18DDD412-EE36-4FD3-A8CF-AAAE0AE8A3DF}" dt="2024-05-01T18:21:20.696" v="594" actId="20577"/>
          <ac:spMkLst>
            <pc:docMk/>
            <pc:sldMk cId="342787534" sldId="306"/>
            <ac:spMk id="16" creationId="{370C771E-BA39-483A-A7F7-8763F92FDE40}"/>
          </ac:spMkLst>
        </pc:spChg>
        <pc:spChg chg="add mod">
          <ac:chgData name="Oriol puig i Carreró" userId="aba7334eafb07142" providerId="LiveId" clId="{18DDD412-EE36-4FD3-A8CF-AAAE0AE8A3DF}" dt="2024-05-01T19:12:09.052" v="1234" actId="20577"/>
          <ac:spMkLst>
            <pc:docMk/>
            <pc:sldMk cId="342787534" sldId="306"/>
            <ac:spMk id="17" creationId="{076D58D4-FDC9-E909-B732-DBB2C077BEE9}"/>
          </ac:spMkLst>
        </pc:spChg>
        <pc:spChg chg="add del mod">
          <ac:chgData name="Oriol puig i Carreró" userId="aba7334eafb07142" providerId="LiveId" clId="{18DDD412-EE36-4FD3-A8CF-AAAE0AE8A3DF}" dt="2024-05-01T18:24:37.623" v="623" actId="931"/>
          <ac:spMkLst>
            <pc:docMk/>
            <pc:sldMk cId="342787534" sldId="306"/>
            <ac:spMk id="19" creationId="{25DFBB26-91FA-B108-FDFF-D802ACFB5513}"/>
          </ac:spMkLst>
        </pc:spChg>
        <pc:grpChg chg="add mod">
          <ac:chgData name="Oriol puig i Carreró" userId="aba7334eafb07142" providerId="LiveId" clId="{18DDD412-EE36-4FD3-A8CF-AAAE0AE8A3DF}" dt="2024-05-01T18:22:22.941" v="601" actId="1076"/>
          <ac:grpSpMkLst>
            <pc:docMk/>
            <pc:sldMk cId="342787534" sldId="306"/>
            <ac:grpSpMk id="7" creationId="{CE6C6E04-DFCE-8CF0-6C47-9F915B71884D}"/>
          </ac:grpSpMkLst>
        </pc:grpChg>
        <pc:picChg chg="del">
          <ac:chgData name="Oriol puig i Carreró" userId="aba7334eafb07142" providerId="LiveId" clId="{18DDD412-EE36-4FD3-A8CF-AAAE0AE8A3DF}" dt="2024-05-01T18:24:09.655" v="622" actId="478"/>
          <ac:picMkLst>
            <pc:docMk/>
            <pc:sldMk cId="342787534" sldId="306"/>
            <ac:picMk id="9" creationId="{AEC7A0DD-E551-EC7D-7D58-A5CE328B7B39}"/>
          </ac:picMkLst>
        </pc:picChg>
        <pc:picChg chg="add mod">
          <ac:chgData name="Oriol puig i Carreró" userId="aba7334eafb07142" providerId="LiveId" clId="{18DDD412-EE36-4FD3-A8CF-AAAE0AE8A3DF}" dt="2024-05-01T18:24:41.780" v="624" actId="14100"/>
          <ac:picMkLst>
            <pc:docMk/>
            <pc:sldMk cId="342787534" sldId="306"/>
            <ac:picMk id="21" creationId="{8F2BFEAB-6948-15B6-0293-B165A1696EDB}"/>
          </ac:picMkLst>
        </pc:picChg>
      </pc:sldChg>
      <pc:sldChg chg="addSp delSp modSp add mod">
        <pc:chgData name="Oriol puig i Carreró" userId="aba7334eafb07142" providerId="LiveId" clId="{18DDD412-EE36-4FD3-A8CF-AAAE0AE8A3DF}" dt="2024-05-01T18:43:07.542" v="856" actId="113"/>
        <pc:sldMkLst>
          <pc:docMk/>
          <pc:sldMk cId="3668812506" sldId="307"/>
        </pc:sldMkLst>
        <pc:spChg chg="mod">
          <ac:chgData name="Oriol puig i Carreró" userId="aba7334eafb07142" providerId="LiveId" clId="{18DDD412-EE36-4FD3-A8CF-AAAE0AE8A3DF}" dt="2024-05-01T18:43:07.542" v="856" actId="113"/>
          <ac:spMkLst>
            <pc:docMk/>
            <pc:sldMk cId="3668812506" sldId="307"/>
            <ac:spMk id="16" creationId="{95CA1E60-4DBF-4E5A-B74D-DB53E13DE908}"/>
          </ac:spMkLst>
        </pc:spChg>
        <pc:picChg chg="add mod">
          <ac:chgData name="Oriol puig i Carreró" userId="aba7334eafb07142" providerId="LiveId" clId="{18DDD412-EE36-4FD3-A8CF-AAAE0AE8A3DF}" dt="2024-05-01T18:42:55.801" v="853" actId="1076"/>
          <ac:picMkLst>
            <pc:docMk/>
            <pc:sldMk cId="3668812506" sldId="307"/>
            <ac:picMk id="5" creationId="{E75FE7BB-F82C-0B2A-7E4F-C633E610A09A}"/>
          </ac:picMkLst>
        </pc:picChg>
        <pc:picChg chg="del">
          <ac:chgData name="Oriol puig i Carreró" userId="aba7334eafb07142" providerId="LiveId" clId="{18DDD412-EE36-4FD3-A8CF-AAAE0AE8A3DF}" dt="2024-05-01T18:42:37.452" v="848" actId="478"/>
          <ac:picMkLst>
            <pc:docMk/>
            <pc:sldMk cId="3668812506" sldId="307"/>
            <ac:picMk id="18" creationId="{74B5996B-8AD0-4491-C6B8-F3EA2940B50D}"/>
          </ac:picMkLst>
        </pc:picChg>
      </pc:sldChg>
      <pc:sldChg chg="modSp add mod ord setBg">
        <pc:chgData name="Oriol puig i Carreró" userId="aba7334eafb07142" providerId="LiveId" clId="{18DDD412-EE36-4FD3-A8CF-AAAE0AE8A3DF}" dt="2024-05-01T18:45:02.516" v="876" actId="255"/>
        <pc:sldMkLst>
          <pc:docMk/>
          <pc:sldMk cId="2955662644" sldId="308"/>
        </pc:sldMkLst>
        <pc:spChg chg="mod">
          <ac:chgData name="Oriol puig i Carreró" userId="aba7334eafb07142" providerId="LiveId" clId="{18DDD412-EE36-4FD3-A8CF-AAAE0AE8A3DF}" dt="2024-05-01T18:44:15.847" v="865" actId="113"/>
          <ac:spMkLst>
            <pc:docMk/>
            <pc:sldMk cId="2955662644" sldId="308"/>
            <ac:spMk id="8" creationId="{FA666E47-001E-4F4E-B62E-8A6D933DFAE9}"/>
          </ac:spMkLst>
        </pc:spChg>
        <pc:spChg chg="mod">
          <ac:chgData name="Oriol puig i Carreró" userId="aba7334eafb07142" providerId="LiveId" clId="{18DDD412-EE36-4FD3-A8CF-AAAE0AE8A3DF}" dt="2024-05-01T18:45:02.516" v="876" actId="255"/>
          <ac:spMkLst>
            <pc:docMk/>
            <pc:sldMk cId="2955662644" sldId="308"/>
            <ac:spMk id="22" creationId="{E2EDDA56-B19A-9A3B-0ED5-B3BB48DF4C83}"/>
          </ac:spMkLst>
        </pc:spChg>
        <pc:picChg chg="mod">
          <ac:chgData name="Oriol puig i Carreró" userId="aba7334eafb07142" providerId="LiveId" clId="{18DDD412-EE36-4FD3-A8CF-AAAE0AE8A3DF}" dt="2024-05-01T18:44:23.485" v="866" actId="29295"/>
          <ac:picMkLst>
            <pc:docMk/>
            <pc:sldMk cId="2955662644" sldId="308"/>
            <ac:picMk id="10" creationId="{B21B8285-F315-5E35-FAD3-76AEEE2D771A}"/>
          </ac:picMkLst>
        </pc:picChg>
      </pc:sldChg>
      <pc:sldChg chg="addSp delSp modSp add mod ord">
        <pc:chgData name="Oriol puig i Carreró" userId="aba7334eafb07142" providerId="LiveId" clId="{18DDD412-EE36-4FD3-A8CF-AAAE0AE8A3DF}" dt="2024-05-01T19:32:42.548" v="2662" actId="1076"/>
        <pc:sldMkLst>
          <pc:docMk/>
          <pc:sldMk cId="410749355" sldId="309"/>
        </pc:sldMkLst>
        <pc:spChg chg="add del mod">
          <ac:chgData name="Oriol puig i Carreró" userId="aba7334eafb07142" providerId="LiveId" clId="{18DDD412-EE36-4FD3-A8CF-AAAE0AE8A3DF}" dt="2024-05-01T18:51:31.286" v="1052" actId="478"/>
          <ac:spMkLst>
            <pc:docMk/>
            <pc:sldMk cId="410749355" sldId="309"/>
            <ac:spMk id="6" creationId="{D222FF1E-4CEE-4D21-B512-6A41C1491277}"/>
          </ac:spMkLst>
        </pc:spChg>
        <pc:spChg chg="add del mod">
          <ac:chgData name="Oriol puig i Carreró" userId="aba7334eafb07142" providerId="LiveId" clId="{18DDD412-EE36-4FD3-A8CF-AAAE0AE8A3DF}" dt="2024-05-01T18:54:16.632" v="1056" actId="931"/>
          <ac:spMkLst>
            <pc:docMk/>
            <pc:sldMk cId="410749355" sldId="309"/>
            <ac:spMk id="8" creationId="{9F9BC3DA-7DF8-609E-8846-894CA7952C87}"/>
          </ac:spMkLst>
        </pc:spChg>
        <pc:spChg chg="mod">
          <ac:chgData name="Oriol puig i Carreró" userId="aba7334eafb07142" providerId="LiveId" clId="{18DDD412-EE36-4FD3-A8CF-AAAE0AE8A3DF}" dt="2024-05-01T19:23:11.351" v="1897" actId="1076"/>
          <ac:spMkLst>
            <pc:docMk/>
            <pc:sldMk cId="410749355" sldId="309"/>
            <ac:spMk id="11" creationId="{FCC2A221-B199-4A29-BC00-83D349B94F14}"/>
          </ac:spMkLst>
        </pc:spChg>
        <pc:spChg chg="add mod">
          <ac:chgData name="Oriol puig i Carreró" userId="aba7334eafb07142" providerId="LiveId" clId="{18DDD412-EE36-4FD3-A8CF-AAAE0AE8A3DF}" dt="2024-05-01T19:26:53.017" v="2275" actId="1076"/>
          <ac:spMkLst>
            <pc:docMk/>
            <pc:sldMk cId="410749355" sldId="309"/>
            <ac:spMk id="14" creationId="{C5A66B75-E908-9D7C-34CE-75FA765336B3}"/>
          </ac:spMkLst>
        </pc:spChg>
        <pc:spChg chg="add mod">
          <ac:chgData name="Oriol puig i Carreró" userId="aba7334eafb07142" providerId="LiveId" clId="{18DDD412-EE36-4FD3-A8CF-AAAE0AE8A3DF}" dt="2024-05-01T19:28:06.618" v="2319" actId="20577"/>
          <ac:spMkLst>
            <pc:docMk/>
            <pc:sldMk cId="410749355" sldId="309"/>
            <ac:spMk id="15" creationId="{338289AC-59F8-850A-93D5-F06F7082014B}"/>
          </ac:spMkLst>
        </pc:spChg>
        <pc:spChg chg="add mod">
          <ac:chgData name="Oriol puig i Carreró" userId="aba7334eafb07142" providerId="LiveId" clId="{18DDD412-EE36-4FD3-A8CF-AAAE0AE8A3DF}" dt="2024-05-01T19:32:37.792" v="2661" actId="1076"/>
          <ac:spMkLst>
            <pc:docMk/>
            <pc:sldMk cId="410749355" sldId="309"/>
            <ac:spMk id="16" creationId="{DC432783-EF1C-B0F1-B3A3-566F307FFB05}"/>
          </ac:spMkLst>
        </pc:spChg>
        <pc:spChg chg="add mod">
          <ac:chgData name="Oriol puig i Carreró" userId="aba7334eafb07142" providerId="LiveId" clId="{18DDD412-EE36-4FD3-A8CF-AAAE0AE8A3DF}" dt="2024-05-01T19:32:42.548" v="2662" actId="1076"/>
          <ac:spMkLst>
            <pc:docMk/>
            <pc:sldMk cId="410749355" sldId="309"/>
            <ac:spMk id="17" creationId="{AC69DE26-546B-B874-A8AA-E986AA14A933}"/>
          </ac:spMkLst>
        </pc:spChg>
        <pc:spChg chg="add del">
          <ac:chgData name="Oriol puig i Carreró" userId="aba7334eafb07142" providerId="LiveId" clId="{18DDD412-EE36-4FD3-A8CF-AAAE0AE8A3DF}" dt="2024-05-01T18:51:34.031" v="1053" actId="478"/>
          <ac:spMkLst>
            <pc:docMk/>
            <pc:sldMk cId="410749355" sldId="309"/>
            <ac:spMk id="36" creationId="{35261559-8E7A-C747-1C29-B2991DF0EA6F}"/>
          </ac:spMkLst>
        </pc:spChg>
        <pc:spChg chg="mod">
          <ac:chgData name="Oriol puig i Carreró" userId="aba7334eafb07142" providerId="LiveId" clId="{18DDD412-EE36-4FD3-A8CF-AAAE0AE8A3DF}" dt="2024-05-01T19:26:50.022" v="2274" actId="1076"/>
          <ac:spMkLst>
            <pc:docMk/>
            <pc:sldMk cId="410749355" sldId="309"/>
            <ac:spMk id="47" creationId="{F099E783-7CAD-4A11-8139-442FE1A60E45}"/>
          </ac:spMkLst>
        </pc:spChg>
        <pc:picChg chg="add mod">
          <ac:chgData name="Oriol puig i Carreró" userId="aba7334eafb07142" providerId="LiveId" clId="{18DDD412-EE36-4FD3-A8CF-AAAE0AE8A3DF}" dt="2024-05-01T18:53:01.912" v="1055" actId="931"/>
          <ac:picMkLst>
            <pc:docMk/>
            <pc:sldMk cId="410749355" sldId="309"/>
            <ac:picMk id="10" creationId="{A91A42B1-AEAC-1DCA-A286-9DAA84604079}"/>
          </ac:picMkLst>
        </pc:picChg>
        <pc:picChg chg="add mod">
          <ac:chgData name="Oriol puig i Carreró" userId="aba7334eafb07142" providerId="LiveId" clId="{18DDD412-EE36-4FD3-A8CF-AAAE0AE8A3DF}" dt="2024-05-01T18:54:30.424" v="1057" actId="29295"/>
          <ac:picMkLst>
            <pc:docMk/>
            <pc:sldMk cId="410749355" sldId="309"/>
            <ac:picMk id="13" creationId="{78E6806E-5E63-9D1C-1930-750D1750E78F}"/>
          </ac:picMkLst>
        </pc:picChg>
        <pc:picChg chg="add del">
          <ac:chgData name="Oriol puig i Carreró" userId="aba7334eafb07142" providerId="LiveId" clId="{18DDD412-EE36-4FD3-A8CF-AAAE0AE8A3DF}" dt="2024-05-01T18:51:34.031" v="1053" actId="478"/>
          <ac:picMkLst>
            <pc:docMk/>
            <pc:sldMk cId="410749355" sldId="309"/>
            <ac:picMk id="35" creationId="{A4856A45-F159-A391-146D-D152429FB74B}"/>
          </ac:picMkLst>
        </pc:picChg>
      </pc:sldChg>
      <pc:sldMasterChg chg="delSldLayout">
        <pc:chgData name="Oriol puig i Carreró" userId="aba7334eafb07142" providerId="LiveId" clId="{18DDD412-EE36-4FD3-A8CF-AAAE0AE8A3DF}" dt="2024-05-01T18:43:19.259" v="857" actId="2696"/>
        <pc:sldMasterMkLst>
          <pc:docMk/>
          <pc:sldMasterMk cId="2887958588" sldId="2147483648"/>
        </pc:sldMasterMkLst>
        <pc:sldLayoutChg chg="del">
          <pc:chgData name="Oriol puig i Carreró" userId="aba7334eafb07142" providerId="LiveId" clId="{18DDD412-EE36-4FD3-A8CF-AAAE0AE8A3DF}" dt="2024-05-01T18:43:19.259" v="857" actId="2696"/>
          <pc:sldLayoutMkLst>
            <pc:docMk/>
            <pc:sldMasterMk cId="2887958588" sldId="2147483648"/>
            <pc:sldLayoutMk cId="3127874038" sldId="214748367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85332F6-84D5-43CF-B5CE-301BBE7CB9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B049E7-4E52-4F78-B7E3-9EEEB887E5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6440BB-E25D-4131-A1CC-E9D625A22F64}" type="datetime1">
              <a:rPr lang="es-ES" smtClean="0"/>
              <a:t>01/05/2024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DD62C5-62E7-4FCF-A26E-C100A22EE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9C5A79-BC51-4C21-A236-759CEAE5D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3333638-148D-48F3-93EA-686F1AB9FFB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086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67737-0C2A-42FE-85F6-9E846C7D7992}" type="datetime1">
              <a:rPr lang="es-ES" smtClean="0"/>
              <a:pPr/>
              <a:t>01/05/2024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6C4120E-D8D4-4AFA-B0E2-7989D1701DEB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8389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2092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2120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718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313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1991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838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8889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6725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274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8414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2670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873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432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3023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46937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9178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A6C4120E-D8D4-4AFA-B0E2-7989D1701DEB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752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accent6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18D1035F-A14F-4F81-AC61-2AF512D7F8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E05B43-D8B3-4B3A-93E9-5A84CF7F3D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6042" y="1550988"/>
            <a:ext cx="3284832" cy="2387600"/>
          </a:xfrm>
          <a:prstGeom prst="rect">
            <a:avLst/>
          </a:prstGeom>
        </p:spPr>
        <p:txBody>
          <a:bodyPr rtlCol="0" anchor="b"/>
          <a:lstStyle>
            <a:lvl1pPr algn="l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F2A661-E12F-4DA4-89DE-F2048B1B43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6042" y="4057095"/>
            <a:ext cx="3284832" cy="155312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8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agregar un subtítulo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464D5FB-99FD-4266-B81F-46B0376436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4175" y="4241283"/>
            <a:ext cx="10537825" cy="2616717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45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 rtl="0"/>
            <a:r>
              <a:rPr lang="es-ES" noProof="0"/>
              <a:t>Presentación</a:t>
            </a:r>
          </a:p>
        </p:txBody>
      </p:sp>
    </p:spTree>
    <p:extLst>
      <p:ext uri="{BB962C8B-B14F-4D97-AF65-F5344CB8AC3E}">
        <p14:creationId xmlns:p14="http://schemas.microsoft.com/office/powerpoint/2010/main" val="337734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bre nosotr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E265C839-12C3-47EF-9941-39B43796B3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1215" y="0"/>
            <a:ext cx="6830785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E6AB2BC9-972D-4B30-981B-BAD528A7F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002437"/>
            <a:ext cx="12186555" cy="285556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 rtl="0"/>
            <a:r>
              <a:rPr lang="es-ES" noProof="0"/>
              <a:t>Acerca de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1F2E92-C9AF-47A3-84EF-181F642A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4F2C06-CE94-4D97-A7F5-08D8D7BF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10CA9D-6428-41AF-B478-FB553C04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214FDE4-5230-4BC7-8C8A-024BF947C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901598"/>
            <a:ext cx="3684814" cy="336548"/>
          </a:xfrm>
          <a:prstGeom prst="rect">
            <a:avLst/>
          </a:prstGeom>
        </p:spPr>
        <p:txBody>
          <a:bodyPr rtlCol="0" anchor="b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95062B64-8BE7-421C-8F8F-F0CEEB1C5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1454764"/>
            <a:ext cx="3684814" cy="280159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agregar un subtítulo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1A8088E-EE7F-4006-9745-8926E1ABB691}"/>
              </a:ext>
            </a:extLst>
          </p:cNvPr>
          <p:cNvCxnSpPr>
            <a:cxnSpLocks/>
          </p:cNvCxnSpPr>
          <p:nvPr userDrawn="1"/>
        </p:nvCxnSpPr>
        <p:spPr>
          <a:xfrm>
            <a:off x="587189" y="0"/>
            <a:ext cx="0" cy="368347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95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3D34C3A-6235-4BB3-A283-CAE0A33D37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9EDE6B-5E65-4F08-A24A-A9EC9067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674259-E892-4133-9796-2A1A30CF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62A321-B440-475F-8F1F-B5B3B697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D1A311C-7C5B-4A6A-9430-1FDF9E65E2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6050" y="2149803"/>
            <a:ext cx="2383973" cy="158314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agregar texto</a:t>
            </a:r>
          </a:p>
        </p:txBody>
      </p:sp>
      <p:sp>
        <p:nvSpPr>
          <p:cNvPr id="10" name="Marcador de texto 15">
            <a:extLst>
              <a:ext uri="{FF2B5EF4-FFF2-40B4-BE49-F238E27FC236}">
                <a16:creationId xmlns:a16="http://schemas.microsoft.com/office/drawing/2014/main" id="{9294BC1C-A5F3-4428-A88F-0029F652AE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6050" y="1783378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1" name="Marcador de texto 30">
            <a:extLst>
              <a:ext uri="{FF2B5EF4-FFF2-40B4-BE49-F238E27FC236}">
                <a16:creationId xmlns:a16="http://schemas.microsoft.com/office/drawing/2014/main" id="{E1A93ECB-2477-4750-92EB-808431F558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4192" y="2149803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1B981D60-5094-418F-8053-F9AC3EE2F6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192" y="1783378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3" name="Marcador de texto 30">
            <a:extLst>
              <a:ext uri="{FF2B5EF4-FFF2-40B4-BE49-F238E27FC236}">
                <a16:creationId xmlns:a16="http://schemas.microsoft.com/office/drawing/2014/main" id="{D4577FD4-018C-4FC5-8B3C-5F10F8D1D7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76050" y="4414557"/>
            <a:ext cx="2383973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4" name="Marcador de texto 15">
            <a:extLst>
              <a:ext uri="{FF2B5EF4-FFF2-40B4-BE49-F238E27FC236}">
                <a16:creationId xmlns:a16="http://schemas.microsoft.com/office/drawing/2014/main" id="{F7BB952E-0716-4503-B1A2-C64348D4C6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6050" y="4048132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5" name="Marcador de texto 30">
            <a:extLst>
              <a:ext uri="{FF2B5EF4-FFF2-40B4-BE49-F238E27FC236}">
                <a16:creationId xmlns:a16="http://schemas.microsoft.com/office/drawing/2014/main" id="{31F6468A-E1B5-499E-BE6D-B6B35AB5C0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4192" y="4414557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67A73001-AEEA-4FA6-BD1D-2FB7F79AB2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34192" y="4048132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F7D1EE2B-BA7E-4102-A1AB-D36A04A327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6051" y="893523"/>
            <a:ext cx="5094517" cy="296198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18" name="Marcador de texto 30">
            <a:extLst>
              <a:ext uri="{FF2B5EF4-FFF2-40B4-BE49-F238E27FC236}">
                <a16:creationId xmlns:a16="http://schemas.microsoft.com/office/drawing/2014/main" id="{84447B14-E16C-4164-8093-80762E5341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92333" y="2149803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0ADD1433-3072-4EBB-9720-0F0DB8DE2A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92333" y="1783378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85726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ción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0BEAA80F-F328-4E79-9BF7-351D45B7B7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9788" y="1449390"/>
            <a:ext cx="15294428" cy="30765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 rtl="0"/>
            <a:r>
              <a:rPr lang="es-ES" noProof="0"/>
              <a:t>Solución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A1422C-C630-4C48-A1BD-5097502A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AF124C-643E-4BA6-9FF7-DFF06D9A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4ACCC8-5EF3-4F6A-B7EC-5208088F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D665EC-5C19-4FBE-8A06-0D1AA7483E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0714" y="1863161"/>
            <a:ext cx="9993085" cy="892630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089BE564-7E4F-4A70-9321-1F1BB911BA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7573" y="3751002"/>
            <a:ext cx="2383973" cy="158314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1821488E-83E5-4683-8C32-9E4E97E57C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7573" y="3384577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14EE872B-A4DD-4519-AFD8-36F6339BA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94316" y="3751002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2" name="Marcador de texto 15">
            <a:extLst>
              <a:ext uri="{FF2B5EF4-FFF2-40B4-BE49-F238E27FC236}">
                <a16:creationId xmlns:a16="http://schemas.microsoft.com/office/drawing/2014/main" id="{1577DCED-2EF9-4095-B443-E1D09F96DE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94316" y="3384577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33" name="Marcador de texto 30">
            <a:extLst>
              <a:ext uri="{FF2B5EF4-FFF2-40B4-BE49-F238E27FC236}">
                <a16:creationId xmlns:a16="http://schemas.microsoft.com/office/drawing/2014/main" id="{0638478C-F9BC-4D44-96AB-486806CC9C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1057" y="3751002"/>
            <a:ext cx="2383973" cy="154992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4" name="Marcador de texto 15">
            <a:extLst>
              <a:ext uri="{FF2B5EF4-FFF2-40B4-BE49-F238E27FC236}">
                <a16:creationId xmlns:a16="http://schemas.microsoft.com/office/drawing/2014/main" id="{7CA913FF-6AA8-4452-95D6-DAE89F1071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1057" y="3384577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35" name="Marcador de texto 30">
            <a:extLst>
              <a:ext uri="{FF2B5EF4-FFF2-40B4-BE49-F238E27FC236}">
                <a16:creationId xmlns:a16="http://schemas.microsoft.com/office/drawing/2014/main" id="{513D6F39-D316-4BC6-872C-70B2AEABF2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7800" y="3751002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812D9D34-44F4-4272-B889-6A16352E6C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7800" y="3384577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52923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 del produc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FE652442-8170-498C-A898-AF94B2DD11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62439" y="0"/>
            <a:ext cx="5328822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70AEB0-C94B-4451-9167-6BD905C0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2ADD39-75F0-48ED-9F83-73018639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46418F-6895-486C-A333-AE3A509B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FEC7295-AA7A-4373-AFCC-01672D792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154063"/>
            <a:ext cx="2383973" cy="1452926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agregar texto</a:t>
            </a:r>
          </a:p>
        </p:txBody>
      </p:sp>
      <p:sp>
        <p:nvSpPr>
          <p:cNvPr id="6" name="Marcador de texto 15">
            <a:extLst>
              <a:ext uri="{FF2B5EF4-FFF2-40B4-BE49-F238E27FC236}">
                <a16:creationId xmlns:a16="http://schemas.microsoft.com/office/drawing/2014/main" id="{598ED1F4-A00A-4498-9EE6-005CF2D8F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787638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0" name="Marcador de texto 30">
            <a:extLst>
              <a:ext uri="{FF2B5EF4-FFF2-40B4-BE49-F238E27FC236}">
                <a16:creationId xmlns:a16="http://schemas.microsoft.com/office/drawing/2014/main" id="{CF8F506C-096D-434B-8C0A-B784CA4AC7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8746" y="2154063"/>
            <a:ext cx="2383972" cy="142243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1" name="Marcador de texto 15">
            <a:extLst>
              <a:ext uri="{FF2B5EF4-FFF2-40B4-BE49-F238E27FC236}">
                <a16:creationId xmlns:a16="http://schemas.microsoft.com/office/drawing/2014/main" id="{1DC47ED6-4130-40E7-8FC9-D611942AC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8746" y="1787638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2" name="Marcador de texto 30">
            <a:extLst>
              <a:ext uri="{FF2B5EF4-FFF2-40B4-BE49-F238E27FC236}">
                <a16:creationId xmlns:a16="http://schemas.microsoft.com/office/drawing/2014/main" id="{ED4BD005-97C0-42DC-8C08-6B9F4DB001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415035"/>
            <a:ext cx="2383973" cy="133262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96E60615-9B40-4EAF-87C7-81C56B101A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4048610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4" name="Marcador de texto 30">
            <a:extLst>
              <a:ext uri="{FF2B5EF4-FFF2-40B4-BE49-F238E27FC236}">
                <a16:creationId xmlns:a16="http://schemas.microsoft.com/office/drawing/2014/main" id="{A88908D1-7E92-448F-A890-1C2E229F6C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8746" y="4415035"/>
            <a:ext cx="2383972" cy="133262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1BD5AD54-7BC4-4C94-BE3A-18B3144A2B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8746" y="4048610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3673029-D2A1-4074-ACCA-13D6DE34D6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893045"/>
            <a:ext cx="5094517" cy="296676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38926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tajas del producto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20E9FD2F-C591-4424-9786-FC0584ED99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3429000"/>
            <a:ext cx="12196282" cy="3429001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53A582BA-E159-4C50-B38C-77C5DBB401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200" y="-2355262"/>
            <a:ext cx="11353799" cy="5551580"/>
          </a:xfrm>
          <a:prstGeom prst="rect">
            <a:avLst/>
          </a:prstGeom>
        </p:spPr>
        <p:txBody>
          <a:bodyPr rtlCol="0" anchor="ctr"/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 rtl="0"/>
            <a:r>
              <a:rPr lang="es-ES" noProof="0"/>
              <a:t>Ventajas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03B677-4EE8-4758-B5E7-E0E64796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048A148-5926-44EC-857E-A52EE5AB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ACD214-48A4-4D6C-9016-FDB6AD88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655EB74-3BFE-4C75-92A7-86B8A0870A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7508"/>
            <a:ext cx="10515600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EBA1834-F4E8-4C34-9017-E3D85F613D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453589"/>
            <a:ext cx="10515600" cy="151821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11341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ivisori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7">
            <a:extLst>
              <a:ext uri="{FF2B5EF4-FFF2-40B4-BE49-F238E27FC236}">
                <a16:creationId xmlns:a16="http://schemas.microsoft.com/office/drawing/2014/main" id="{F9C9AE60-466C-4BDA-9E87-7701D81CFE3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4DF025DF-FE0B-4046-8687-417DFBEB31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3250937" y="1278117"/>
            <a:ext cx="19788513" cy="251460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es-ES" noProof="0"/>
              <a:t>Empresa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54DB932-57BE-437E-B336-17F289AFD7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53218" y="2685143"/>
            <a:ext cx="9685563" cy="1487714"/>
          </a:xfrm>
          <a:prstGeom prst="rect">
            <a:avLst/>
          </a:prstGeom>
        </p:spPr>
        <p:txBody>
          <a:bodyPr rtlCol="0" anchor="ctr"/>
          <a:lstStyle>
            <a:lvl1pPr algn="ctr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78231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de negoci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8F9D74B8-165B-49A6-ACBB-8B7950289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0"/>
            <a:ext cx="6096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foto</a:t>
            </a:r>
          </a:p>
        </p:txBody>
      </p:sp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00B316D0-6EE1-4FB2-A993-B0CD4CFE50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1325217" y="3977202"/>
            <a:ext cx="16229934" cy="2852057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es-ES" noProof="0"/>
              <a:t>Empresa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10495B-28B8-4389-8E1C-F335846C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1E258A-A128-4BAF-B8C3-723C6382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369002-18F2-427F-A791-0E26DD2F0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23AD8AD8-9C40-44FB-8FF8-815C534582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2067161"/>
            <a:ext cx="4386945" cy="1006199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agregar texto</a:t>
            </a:r>
          </a:p>
        </p:txBody>
      </p:sp>
      <p:sp>
        <p:nvSpPr>
          <p:cNvPr id="10" name="Marcador de texto 15">
            <a:extLst>
              <a:ext uri="{FF2B5EF4-FFF2-40B4-BE49-F238E27FC236}">
                <a16:creationId xmlns:a16="http://schemas.microsoft.com/office/drawing/2014/main" id="{1411AFC0-5C52-4C0E-AD29-3DFFD3039C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1766051"/>
            <a:ext cx="4386945" cy="464399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2010AEB-C0FD-48C8-A1FA-1BD96B6A54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2217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8B45D3B9-84F4-4A17-9D4D-8CBE603A14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199611"/>
            <a:ext cx="4386945" cy="464399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27A1B57C-13D8-4BB6-9D45-D83EB1BD6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512803"/>
            <a:ext cx="4386758" cy="100647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2301C86B-1946-426F-9494-C64455A7E6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7976" y="4643683"/>
            <a:ext cx="4386945" cy="464399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3BD347B5-FD69-4D61-BBDA-09FB8EF51B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7977" y="4956875"/>
            <a:ext cx="4386758" cy="100647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texto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ACBD29BE-7E3F-457E-808D-E151E479D755}"/>
              </a:ext>
            </a:extLst>
          </p:cNvPr>
          <p:cNvCxnSpPr>
            <a:cxnSpLocks/>
          </p:cNvCxnSpPr>
          <p:nvPr userDrawn="1"/>
        </p:nvCxnSpPr>
        <p:spPr>
          <a:xfrm>
            <a:off x="590349" y="923365"/>
            <a:ext cx="0" cy="593463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30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 del mercad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4721D2A8-92CC-4A4D-9252-1D5E72D999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13879773" cy="2514600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es-ES" noProof="0"/>
              <a:t>Mercado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D09877-9D5E-4728-9E1B-F801C727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35AAD1-49C3-459F-8752-6773813A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DC1F07-5ADF-4FA1-890D-55E05685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E430114-0FFE-44D3-9D11-77F649F9B1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75483" y="1941509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4A448A10-6C5A-42B4-AFD7-DF6DD58F0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0223" y="4076963"/>
            <a:ext cx="2834640" cy="1151633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6D1B0E05-9C40-4BB7-B07F-D8FD6B11F6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0773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11" name="Marcador de texto 14">
            <a:extLst>
              <a:ext uri="{FF2B5EF4-FFF2-40B4-BE49-F238E27FC236}">
                <a16:creationId xmlns:a16="http://schemas.microsoft.com/office/drawing/2014/main" id="{FF94E508-0A60-413A-9DE0-DE8BDEC1FC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8372" y="4076963"/>
            <a:ext cx="2833338" cy="1151633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2" name="Marcador de texto 14">
            <a:extLst>
              <a:ext uri="{FF2B5EF4-FFF2-40B4-BE49-F238E27FC236}">
                <a16:creationId xmlns:a16="http://schemas.microsoft.com/office/drawing/2014/main" id="{3A34A8A7-647E-4685-A99B-1177931A13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219" y="4076963"/>
            <a:ext cx="2833339" cy="1151633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Agregue texto aquí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CECDC73-A31B-4C94-AE4B-BDC32D94F1EA}"/>
              </a:ext>
            </a:extLst>
          </p:cNvPr>
          <p:cNvCxnSpPr>
            <a:cxnSpLocks/>
          </p:cNvCxnSpPr>
          <p:nvPr userDrawn="1"/>
        </p:nvCxnSpPr>
        <p:spPr>
          <a:xfrm>
            <a:off x="860223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DD83A920-6634-4731-94D5-4186C82C6A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7619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16592B16-F73C-4572-ACB3-FBB03EE7EE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04467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E8685373-D021-44D0-B9F5-DD46F7C2EACA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7411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6020995-72BD-4944-B899-E6DA4064D131}"/>
              </a:ext>
            </a:extLst>
          </p:cNvPr>
          <p:cNvCxnSpPr>
            <a:cxnSpLocks/>
          </p:cNvCxnSpPr>
          <p:nvPr userDrawn="1"/>
        </p:nvCxnSpPr>
        <p:spPr>
          <a:xfrm>
            <a:off x="4727069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0C8E87B-2B7F-4A86-8EE0-6B1F9CDB72CD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00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de mercado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9927B5-CD76-4CF2-9218-21B4ABE3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DE09AE-94B2-4BFF-BDCE-0B4930D6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7DB683-0E38-45C3-A062-8642CC4C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3A9F833-D729-4A7C-AE1F-BAAF1214BA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428271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D914E175-8C78-40BB-9962-8A85F2F0E4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753993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13F63585-E36E-41A6-95F2-CD2BE2D655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6428" y="4428271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10FF23F7-3892-471E-AFA1-0D8BE8F43F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6428" y="4753993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24D6B59F-6577-4B1E-B7F8-134B42084E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4657" y="4428271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39A963ED-FD03-4AAC-B023-59B209A5EB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4657" y="4753993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23ED9778-7DC1-4EFA-92B5-2B9F0740F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4" y="724868"/>
            <a:ext cx="6212793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F1777D6D-27DD-4DA3-8C4C-B8F9BA9B18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0331" y="2383034"/>
            <a:ext cx="1837944" cy="1837944"/>
          </a:xfrm>
          <a:prstGeom prst="ellipse">
            <a:avLst/>
          </a:prstGeom>
          <a:solidFill>
            <a:schemeClr val="accent6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3000 M €</a:t>
            </a:r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B99795F1-D282-42EE-BFEC-2F47E8BE5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78559" y="2383034"/>
            <a:ext cx="1837944" cy="183794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2000 M €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E7EDCD32-FC44-473D-A0D4-F71DAF5728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6788" y="2383034"/>
            <a:ext cx="1837944" cy="1837944"/>
          </a:xfrm>
          <a:prstGeom prst="ellipse">
            <a:avLst/>
          </a:prstGeom>
          <a:solidFill>
            <a:schemeClr val="accent4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1000 M €</a:t>
            </a:r>
          </a:p>
        </p:txBody>
      </p:sp>
    </p:spTree>
    <p:extLst>
      <p:ext uri="{BB962C8B-B14F-4D97-AF65-F5344CB8AC3E}">
        <p14:creationId xmlns:p14="http://schemas.microsoft.com/office/powerpoint/2010/main" val="86504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estra competenci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9332B195-6B28-453B-8483-E18845F54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0"/>
            <a:ext cx="12196282" cy="244291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15" name="Marcador de texto 4">
            <a:extLst>
              <a:ext uri="{FF2B5EF4-FFF2-40B4-BE49-F238E27FC236}">
                <a16:creationId xmlns:a16="http://schemas.microsoft.com/office/drawing/2014/main" id="{70B36DB2-10C9-40E1-A939-F9F3E99AA9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-316523" y="104279"/>
            <a:ext cx="12508523" cy="2679238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20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es-ES" noProof="0"/>
              <a:t>Comp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034CA5-4FBD-4728-A5D5-B55A51F3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B12970-8175-4B63-9ABC-FF21E5FB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E5FFB0-6DFB-4547-AB5E-A22910F4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B15B0B7-1296-4FBF-8D28-A0D282176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9728" y="2679238"/>
            <a:ext cx="4386945" cy="545148"/>
          </a:xfrm>
          <a:prstGeom prst="rect">
            <a:avLst/>
          </a:prstGeom>
        </p:spPr>
        <p:txBody>
          <a:bodyPr rtlCol="0" anchor="b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41958F62-D93E-4433-9FC8-4CFA9792BD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9728" y="4085594"/>
            <a:ext cx="4953000" cy="2046251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23D482AA-5393-4260-A25C-77242CC39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728" y="3706090"/>
            <a:ext cx="4953000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57434F13-1C2F-416A-A9F8-479D11410B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800" y="4085594"/>
            <a:ext cx="4953000" cy="2046251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FC8B7634-CFB8-480E-9065-D580A1801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3706090"/>
            <a:ext cx="4953000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199710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estra competencia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433EF2-C2C4-4062-9D92-0FB27729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63FBE5-A165-4D71-A770-FE4E13B1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B91C94-93DA-4850-9EE8-968DAF89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7" name="Marcador de texto 14">
            <a:extLst>
              <a:ext uri="{FF2B5EF4-FFF2-40B4-BE49-F238E27FC236}">
                <a16:creationId xmlns:a16="http://schemas.microsoft.com/office/drawing/2014/main" id="{C9C019F9-A0CC-42FD-9A58-9A76FBC647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499" y="1425477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2F0A1D53-A949-49E7-820F-D18CEC7EA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6499" y="5294320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FC5403F6-AE51-438F-AF93-56FA7D2A56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0311" y="3354359"/>
            <a:ext cx="1380681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1" name="Marcador de texto 14">
            <a:extLst>
              <a:ext uri="{FF2B5EF4-FFF2-40B4-BE49-F238E27FC236}">
                <a16:creationId xmlns:a16="http://schemas.microsoft.com/office/drawing/2014/main" id="{0494832D-1AEB-4A7B-8BC3-8AC645057F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43347" y="2194947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9DED817B-58D3-4713-A66F-2E4CF578D5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79839" y="4307664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Hacer clic para agregar el nombre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D1FE5CBC-B2B8-45FE-986C-504C397B9E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2362" y="4439394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CE71774F-D73F-4B7F-9152-95EC3F36DD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98712" y="4008089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1154305F-5D9B-4B4A-9F2B-6FBECE7371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3692" y="3354359"/>
            <a:ext cx="1209143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C5FED44-231C-4E53-B41C-81293135ACB1}"/>
              </a:ext>
            </a:extLst>
          </p:cNvPr>
          <p:cNvCxnSpPr>
            <a:cxnSpLocks/>
          </p:cNvCxnSpPr>
          <p:nvPr userDrawn="1"/>
        </p:nvCxnSpPr>
        <p:spPr>
          <a:xfrm>
            <a:off x="4756662" y="360037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2105B5D-04B2-4415-A88E-6BE695BAD6D0}"/>
              </a:ext>
            </a:extLst>
          </p:cNvPr>
          <p:cNvCxnSpPr>
            <a:cxnSpLocks/>
          </p:cNvCxnSpPr>
          <p:nvPr userDrawn="1"/>
        </p:nvCxnSpPr>
        <p:spPr>
          <a:xfrm flipV="1">
            <a:off x="7089982" y="191750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arcador de texto 14">
            <a:extLst>
              <a:ext uri="{FF2B5EF4-FFF2-40B4-BE49-F238E27FC236}">
                <a16:creationId xmlns:a16="http://schemas.microsoft.com/office/drawing/2014/main" id="{8F362A87-DBB9-4FFD-9F42-9D6D5AD35E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52879" y="1954712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9" name="Marcador de texto 14">
            <a:extLst>
              <a:ext uri="{FF2B5EF4-FFF2-40B4-BE49-F238E27FC236}">
                <a16:creationId xmlns:a16="http://schemas.microsoft.com/office/drawing/2014/main" id="{B6713B5A-6FE2-4827-A18D-2F81B40F06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59355" y="4708093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2B665ABC-CB0A-4595-8165-3205CED4DC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2218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694769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trategia de crecimien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09839D-FDC1-4EDF-9E51-F73351AB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60B182A-200F-405E-B287-2F7A7F92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E8CEAE-624C-4615-8252-893F3A04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8AE4140-1E60-4ABF-8C5B-6AA249168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3" y="727515"/>
            <a:ext cx="6212793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562056E9-39CD-4DAA-AF46-D107C1680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0446" y="4192395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39F4B0E4-0A8E-4F79-B6E9-9015E62C2C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09724" y="4192396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7128A45A-DF71-4640-A1BF-8F1866D09C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3400" y="4192395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D63BCEA8-1DF2-474C-A867-36E22D2F61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9603" y="1124727"/>
            <a:ext cx="6212793" cy="56889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none" spc="100" baseline="0">
                <a:solidFill>
                  <a:schemeClr val="accent1"/>
                </a:solidFill>
                <a:latin typeface="Avenir Next LT Pro" panose="020B0504020202020204" pitchFamily="34" charset="0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9" name="Marcador de texto 14">
            <a:extLst>
              <a:ext uri="{FF2B5EF4-FFF2-40B4-BE49-F238E27FC236}">
                <a16:creationId xmlns:a16="http://schemas.microsoft.com/office/drawing/2014/main" id="{6F23D9F0-2D86-4938-96EE-A32A42E6DB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06278" y="2482446"/>
            <a:ext cx="1581912" cy="1581912"/>
          </a:xfrm>
          <a:prstGeom prst="ellipse">
            <a:avLst/>
          </a:prstGeom>
          <a:solidFill>
            <a:schemeClr val="accent6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154C8C8A-D882-4AB4-BD1F-8D2E1EF0A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26320" y="2482446"/>
            <a:ext cx="1581912" cy="1581912"/>
          </a:xfrm>
          <a:prstGeom prst="ellipse">
            <a:avLst/>
          </a:prstGeom>
          <a:solidFill>
            <a:schemeClr val="accent4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48F571DC-88C7-42E3-8699-F9C41BE828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69996" y="2482446"/>
            <a:ext cx="1581912" cy="1581912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</p:spTree>
    <p:extLst>
      <p:ext uri="{BB962C8B-B14F-4D97-AF65-F5344CB8AC3E}">
        <p14:creationId xmlns:p14="http://schemas.microsoft.com/office/powerpoint/2010/main" val="485222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cimi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F48AB2-7C16-4B56-A53A-93B714BC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BB994E-24A9-40A8-93EB-5515D89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DF8D0D-83A0-4570-97D9-255518FC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9591A4D-603C-42D9-AA8F-07BD22871E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939" y="725448"/>
            <a:ext cx="5870122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FB9A868-1432-40BF-A3DF-CB2F9542988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4141" y="2326023"/>
            <a:ext cx="4998576" cy="44876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título</a:t>
            </a:r>
          </a:p>
        </p:txBody>
      </p:sp>
      <p:sp>
        <p:nvSpPr>
          <p:cNvPr id="31" name="Marcador de texto 10">
            <a:extLst>
              <a:ext uri="{FF2B5EF4-FFF2-40B4-BE49-F238E27FC236}">
                <a16:creationId xmlns:a16="http://schemas.microsoft.com/office/drawing/2014/main" id="{6772DEF8-21EE-47DD-AE5F-1EC03FDCF7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838" y="2326023"/>
            <a:ext cx="5007023" cy="44876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título</a:t>
            </a:r>
          </a:p>
        </p:txBody>
      </p:sp>
      <p:sp>
        <p:nvSpPr>
          <p:cNvPr id="37" name="Marcador de texto 10">
            <a:extLst>
              <a:ext uri="{FF2B5EF4-FFF2-40B4-BE49-F238E27FC236}">
                <a16:creationId xmlns:a16="http://schemas.microsoft.com/office/drawing/2014/main" id="{BC31E94F-1411-4EA2-8AB2-A76E9A5783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60940" y="1113029"/>
            <a:ext cx="5870121" cy="56889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none" spc="100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AF0062E6-1EBE-4CBF-B0D1-4737DBF54008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906949" y="2925763"/>
            <a:ext cx="5010912" cy="2651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  <p:sp>
        <p:nvSpPr>
          <p:cNvPr id="20" name="Marcador de contenido 14">
            <a:extLst>
              <a:ext uri="{FF2B5EF4-FFF2-40B4-BE49-F238E27FC236}">
                <a16:creationId xmlns:a16="http://schemas.microsoft.com/office/drawing/2014/main" id="{0E683F27-7485-420D-A15D-93A48B8CFD27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261805" y="2874716"/>
            <a:ext cx="5010912" cy="2651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53759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de acción de dos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F6C305-4C96-4875-9AEF-C88E3E62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FFF3E7-19BF-4E1B-86A9-BB3CBD89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CD6203-1BDD-481A-8B5A-0CE7676C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6458F71-90A6-4816-BD12-E5F24297EB5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4868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65C6C0E-E988-4670-AC4F-46DF25AB1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D08F3328-96B5-4F00-9D88-C2B1CFB100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AF2A90E7-217C-439F-A3C7-41589A223F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0365" y="3027930"/>
            <a:ext cx="615309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8553117D-AEE8-4CDA-9B76-4465B03947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4">
            <a:extLst>
              <a:ext uri="{FF2B5EF4-FFF2-40B4-BE49-F238E27FC236}">
                <a16:creationId xmlns:a16="http://schemas.microsoft.com/office/drawing/2014/main" id="{D768892F-3B07-49B8-B76F-DA245223D2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2793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5C805EDD-6FC0-466B-B5E2-AA7150A858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9D2E9DFD-B289-41E0-A706-0DF99250C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29CFE769-E334-4852-98D4-D2686E7A17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7978" y="302793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3" name="Marcador de texto 14">
            <a:extLst>
              <a:ext uri="{FF2B5EF4-FFF2-40B4-BE49-F238E27FC236}">
                <a16:creationId xmlns:a16="http://schemas.microsoft.com/office/drawing/2014/main" id="{656E6239-48C4-41A4-9AA4-44A85F3A09D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4" name="Marcador de texto 14">
            <a:extLst>
              <a:ext uri="{FF2B5EF4-FFF2-40B4-BE49-F238E27FC236}">
                <a16:creationId xmlns:a16="http://schemas.microsoft.com/office/drawing/2014/main" id="{677AF2E7-6E1A-4486-9E9C-831E8AA4E3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5" name="Marcador de texto 14">
            <a:extLst>
              <a:ext uri="{FF2B5EF4-FFF2-40B4-BE49-F238E27FC236}">
                <a16:creationId xmlns:a16="http://schemas.microsoft.com/office/drawing/2014/main" id="{54CB8F8F-95F4-4C90-B6B0-E05E3FD390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46420" y="302793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D4D4CBEB-ED3F-458B-89D4-BF7B87EEA7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7" name="Marcador de texto 14">
            <a:extLst>
              <a:ext uri="{FF2B5EF4-FFF2-40B4-BE49-F238E27FC236}">
                <a16:creationId xmlns:a16="http://schemas.microsoft.com/office/drawing/2014/main" id="{7D178BD8-37BB-4369-9089-458E4AFC02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EB35E26F-6E4D-49E5-8B52-C3DFC5DAE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9" name="Marcador de texto 14">
            <a:extLst>
              <a:ext uri="{FF2B5EF4-FFF2-40B4-BE49-F238E27FC236}">
                <a16:creationId xmlns:a16="http://schemas.microsoft.com/office/drawing/2014/main" id="{57091E21-E4FD-4EFC-A957-BC31C0E5E06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365" y="4871997"/>
            <a:ext cx="615309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0" name="Marcador de texto 14">
            <a:extLst>
              <a:ext uri="{FF2B5EF4-FFF2-40B4-BE49-F238E27FC236}">
                <a16:creationId xmlns:a16="http://schemas.microsoft.com/office/drawing/2014/main" id="{93BD433F-C233-4D3A-A836-157F6D8E787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1" name="Marcador de texto 14">
            <a:extLst>
              <a:ext uri="{FF2B5EF4-FFF2-40B4-BE49-F238E27FC236}">
                <a16:creationId xmlns:a16="http://schemas.microsoft.com/office/drawing/2014/main" id="{A047DD8B-C64B-4EEF-A394-1EF5D78C91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2" name="Marcador de texto 14">
            <a:extLst>
              <a:ext uri="{FF2B5EF4-FFF2-40B4-BE49-F238E27FC236}">
                <a16:creationId xmlns:a16="http://schemas.microsoft.com/office/drawing/2014/main" id="{9F7A3216-3089-45BC-B307-8D5B15FE5D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3" name="Marcador de texto 14">
            <a:extLst>
              <a:ext uri="{FF2B5EF4-FFF2-40B4-BE49-F238E27FC236}">
                <a16:creationId xmlns:a16="http://schemas.microsoft.com/office/drawing/2014/main" id="{C4C055EF-54DF-4BA1-A25C-B1010981E7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4" name="Marcador de texto 14">
            <a:extLst>
              <a:ext uri="{FF2B5EF4-FFF2-40B4-BE49-F238E27FC236}">
                <a16:creationId xmlns:a16="http://schemas.microsoft.com/office/drawing/2014/main" id="{46C13F5D-6794-400F-906D-2D40EEEC343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7978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5" name="Marcador de texto 14">
            <a:extLst>
              <a:ext uri="{FF2B5EF4-FFF2-40B4-BE49-F238E27FC236}">
                <a16:creationId xmlns:a16="http://schemas.microsoft.com/office/drawing/2014/main" id="{45714E98-02E2-48DF-9367-87F55E4FB6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6" name="Marcador de texto 14">
            <a:extLst>
              <a:ext uri="{FF2B5EF4-FFF2-40B4-BE49-F238E27FC236}">
                <a16:creationId xmlns:a16="http://schemas.microsoft.com/office/drawing/2014/main" id="{9C13007C-3478-4694-B3D7-8AE2F4C80D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7" name="Marcador de texto 14">
            <a:extLst>
              <a:ext uri="{FF2B5EF4-FFF2-40B4-BE49-F238E27FC236}">
                <a16:creationId xmlns:a16="http://schemas.microsoft.com/office/drawing/2014/main" id="{0F8E2313-703C-4CF3-9F33-F2FA123ED3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6420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8" name="Marcador de texto 14">
            <a:extLst>
              <a:ext uri="{FF2B5EF4-FFF2-40B4-BE49-F238E27FC236}">
                <a16:creationId xmlns:a16="http://schemas.microsoft.com/office/drawing/2014/main" id="{11BB185B-EE3A-4221-9885-0A23F6BB9B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51" name="Marcador de texto 14">
            <a:extLst>
              <a:ext uri="{FF2B5EF4-FFF2-40B4-BE49-F238E27FC236}">
                <a16:creationId xmlns:a16="http://schemas.microsoft.com/office/drawing/2014/main" id="{ABA1EBA0-06C6-4473-9072-0B46D901EE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18463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año</a:t>
            </a:r>
          </a:p>
        </p:txBody>
      </p:sp>
      <p:sp>
        <p:nvSpPr>
          <p:cNvPr id="52" name="Marcador de texto 14">
            <a:extLst>
              <a:ext uri="{FF2B5EF4-FFF2-40B4-BE49-F238E27FC236}">
                <a16:creationId xmlns:a16="http://schemas.microsoft.com/office/drawing/2014/main" id="{E3E7422E-C8DE-4304-BC2C-D7A9200338B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449901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año</a:t>
            </a:r>
          </a:p>
        </p:txBody>
      </p:sp>
      <p:sp>
        <p:nvSpPr>
          <p:cNvPr id="53" name="Marcador de texto 14">
            <a:extLst>
              <a:ext uri="{FF2B5EF4-FFF2-40B4-BE49-F238E27FC236}">
                <a16:creationId xmlns:a16="http://schemas.microsoft.com/office/drawing/2014/main" id="{E5B67A4A-03EA-4C59-B052-C3AC8624919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5831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54" name="Marcador de texto 14">
            <a:extLst>
              <a:ext uri="{FF2B5EF4-FFF2-40B4-BE49-F238E27FC236}">
                <a16:creationId xmlns:a16="http://schemas.microsoft.com/office/drawing/2014/main" id="{386D9727-6EAF-44BD-B5BB-FF9FB2E38F2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5831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55" name="Marcador de texto 14">
            <a:extLst>
              <a:ext uri="{FF2B5EF4-FFF2-40B4-BE49-F238E27FC236}">
                <a16:creationId xmlns:a16="http://schemas.microsoft.com/office/drawing/2014/main" id="{8ED3541C-CC4E-4C36-9758-9D66DDE2BA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5831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56" name="Marcador de texto 14">
            <a:extLst>
              <a:ext uri="{FF2B5EF4-FFF2-40B4-BE49-F238E27FC236}">
                <a16:creationId xmlns:a16="http://schemas.microsoft.com/office/drawing/2014/main" id="{5C4B9123-0034-44EB-AE51-BE0E95C36F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57" name="Marcador de texto 14">
            <a:extLst>
              <a:ext uri="{FF2B5EF4-FFF2-40B4-BE49-F238E27FC236}">
                <a16:creationId xmlns:a16="http://schemas.microsoft.com/office/drawing/2014/main" id="{F6EBC080-B92D-4FC1-91BB-CBB7312590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58" name="Marcador de texto 14">
            <a:extLst>
              <a:ext uri="{FF2B5EF4-FFF2-40B4-BE49-F238E27FC236}">
                <a16:creationId xmlns:a16="http://schemas.microsoft.com/office/drawing/2014/main" id="{45A0B38A-6949-43DC-8059-9B50415B16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138423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za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216878F0-817D-4F26-8B43-746016119A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4661647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0B4271A-ED63-46FF-9282-ECA9140C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F05D42-821E-4E1A-ACD8-5D4B39CF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A47555-EEE6-41B1-9AA5-E70CA2B6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8D863BC-52D6-4182-94E2-EA35621A8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60889" y="729426"/>
            <a:ext cx="5903262" cy="635397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4F792BF5-C216-472F-93C8-9E12D88E6B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0988" y="1625600"/>
            <a:ext cx="5903912" cy="4429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 rtl="0"/>
            <a:r>
              <a:rPr lang="ca-ES" noProof="0"/>
              <a:t>Feu clic per editar els estils del text del patró</a:t>
            </a:r>
          </a:p>
          <a:p>
            <a:pPr lvl="1" rtl="0"/>
            <a:r>
              <a:rPr lang="ca-ES" noProof="0"/>
              <a:t>Segon nivell</a:t>
            </a:r>
          </a:p>
          <a:p>
            <a:pPr lvl="2" rtl="0"/>
            <a:r>
              <a:rPr lang="ca-ES" noProof="0"/>
              <a:t>Tercer nivell</a:t>
            </a:r>
          </a:p>
          <a:p>
            <a:pPr lvl="3" rtl="0"/>
            <a:r>
              <a:rPr lang="ca-ES" noProof="0"/>
              <a:t>Quart nivell</a:t>
            </a:r>
          </a:p>
          <a:p>
            <a:pPr lvl="4" rtl="0"/>
            <a:r>
              <a:rPr lang="ca-ES" noProof="0"/>
              <a:t>Cinquè nivell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40576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ozca nuestro equipo 4-Up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71C49FEB-B8EF-4D85-AF1E-FF1A08DED4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" y="1"/>
            <a:ext cx="12192000" cy="2514600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35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es-ES" noProof="0"/>
              <a:t>Equipo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51E4D1-453A-486C-AC10-C4202460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D6862B-8836-4F15-B05B-24B5EFFD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F95F47-BBF4-4271-B6F5-E9C3507A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06E153E-70D2-4FA6-AE08-1FF5408973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1655011"/>
            <a:ext cx="6324194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9" name="Marcador de posición de imagen 9">
            <a:extLst>
              <a:ext uri="{FF2B5EF4-FFF2-40B4-BE49-F238E27FC236}">
                <a16:creationId xmlns:a16="http://schemas.microsoft.com/office/drawing/2014/main" id="{DC04EBE4-2F20-469F-8A53-9BEC2E37822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44345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B4BA6AEB-B1AF-4446-A7B4-97B679BC93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4655" y="4463647"/>
            <a:ext cx="2330873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3462D3F-0728-4C38-B170-389153ED5A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4655" y="4779469"/>
            <a:ext cx="2330873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3E3EC61F-D3A5-4658-8BA3-A91338AF2F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33091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13" name="Marcador de posición de imagen 9">
            <a:extLst>
              <a:ext uri="{FF2B5EF4-FFF2-40B4-BE49-F238E27FC236}">
                <a16:creationId xmlns:a16="http://schemas.microsoft.com/office/drawing/2014/main" id="{CDB9F756-6446-412A-9650-AAB15FCA362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21836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14" name="Marcador de posición de imagen 9">
            <a:extLst>
              <a:ext uri="{FF2B5EF4-FFF2-40B4-BE49-F238E27FC236}">
                <a16:creationId xmlns:a16="http://schemas.microsoft.com/office/drawing/2014/main" id="{382166CD-0B9A-4F3F-9C64-C140FABE85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10582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40DF12CD-BCB4-467F-B7E3-499EC97EFE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93400" y="4463647"/>
            <a:ext cx="2330874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5A467C8A-05E4-4C98-85BA-9199B1C1E1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93400" y="4779469"/>
            <a:ext cx="2330874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9058072E-F9B0-4371-960E-E67B496E30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82145" y="4463647"/>
            <a:ext cx="2330875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0A657816-CBF3-4FE7-86AD-21BF42DD15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2145" y="4779469"/>
            <a:ext cx="2330875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886C1499-EEAF-4BF5-99C2-BE435BED3F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0891" y="4463647"/>
            <a:ext cx="2330875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58984A54-7368-4F62-B02D-6A0623660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0891" y="4779469"/>
            <a:ext cx="2330875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2939626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ozca nuestro equipo 8-Up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6F087D-92DE-4035-8192-586AF5C8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A9928F3-1B10-463F-9157-B6A079A7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6BA99F-4B60-460A-B00E-4D0B0DDD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8" name="Marcador de posición de imagen 9">
            <a:extLst>
              <a:ext uri="{FF2B5EF4-FFF2-40B4-BE49-F238E27FC236}">
                <a16:creationId xmlns:a16="http://schemas.microsoft.com/office/drawing/2014/main" id="{5A869ECF-2DFC-48EE-97D9-84DCD25E54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979488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156C8A56-CD27-4C90-94A0-6C6EE02744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5529" y="3495484"/>
            <a:ext cx="2085792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11" name="Marcador de texto 14">
            <a:extLst>
              <a:ext uri="{FF2B5EF4-FFF2-40B4-BE49-F238E27FC236}">
                <a16:creationId xmlns:a16="http://schemas.microsoft.com/office/drawing/2014/main" id="{22104C50-BDDE-4917-8F64-30BB543A734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59819" y="3269516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12" name="Marcador de texto 14">
            <a:extLst>
              <a:ext uri="{FF2B5EF4-FFF2-40B4-BE49-F238E27FC236}">
                <a16:creationId xmlns:a16="http://schemas.microsoft.com/office/drawing/2014/main" id="{16490CE7-7241-4A9F-9A19-0D1533BA52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59818" y="3495484"/>
            <a:ext cx="208579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02C7036D-56D2-4D6E-8F25-344484C61A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4108" y="3269684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420E5CE0-16E9-48C3-AEAE-C29C2448D7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4107" y="3495484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532463BC-AC80-43A6-8BB3-50F5A28E80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8394" y="3269516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4CF5287C-0936-4244-B1EE-226996FEC9A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08391" y="3495484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38" name="Marcador de texto 14">
            <a:extLst>
              <a:ext uri="{FF2B5EF4-FFF2-40B4-BE49-F238E27FC236}">
                <a16:creationId xmlns:a16="http://schemas.microsoft.com/office/drawing/2014/main" id="{80E59778-6A5E-4CAE-8EB2-BBEBB43F6D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5530" y="3269516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47" name="Marcador de texto 14">
            <a:extLst>
              <a:ext uri="{FF2B5EF4-FFF2-40B4-BE49-F238E27FC236}">
                <a16:creationId xmlns:a16="http://schemas.microsoft.com/office/drawing/2014/main" id="{393D72E6-E684-4731-B139-4BA8111999D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85442" y="5546241"/>
            <a:ext cx="2085792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48" name="Marcador de texto 14">
            <a:extLst>
              <a:ext uri="{FF2B5EF4-FFF2-40B4-BE49-F238E27FC236}">
                <a16:creationId xmlns:a16="http://schemas.microsoft.com/office/drawing/2014/main" id="{17AF8A36-96BD-4383-BD10-0AF6C3CAA21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859819" y="532027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49" name="Marcador de texto 14">
            <a:extLst>
              <a:ext uri="{FF2B5EF4-FFF2-40B4-BE49-F238E27FC236}">
                <a16:creationId xmlns:a16="http://schemas.microsoft.com/office/drawing/2014/main" id="{F26B5D3A-6C13-4204-9756-1BCA5AE8D12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59730" y="5546241"/>
            <a:ext cx="208579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50" name="Marcador de texto 14">
            <a:extLst>
              <a:ext uri="{FF2B5EF4-FFF2-40B4-BE49-F238E27FC236}">
                <a16:creationId xmlns:a16="http://schemas.microsoft.com/office/drawing/2014/main" id="{80D112F0-B8AB-4FA9-B732-BE08CD1234D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34108" y="5320441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51" name="Marcador de texto 14">
            <a:extLst>
              <a:ext uri="{FF2B5EF4-FFF2-40B4-BE49-F238E27FC236}">
                <a16:creationId xmlns:a16="http://schemas.microsoft.com/office/drawing/2014/main" id="{4784D9A7-36A5-4F3B-AA7B-CB5E2D65594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34063" y="5546241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52" name="Marcador de texto 14">
            <a:extLst>
              <a:ext uri="{FF2B5EF4-FFF2-40B4-BE49-F238E27FC236}">
                <a16:creationId xmlns:a16="http://schemas.microsoft.com/office/drawing/2014/main" id="{D7A99E46-923F-4364-BF2F-FBB534A1064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608394" y="532027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53" name="Marcador de texto 14">
            <a:extLst>
              <a:ext uri="{FF2B5EF4-FFF2-40B4-BE49-F238E27FC236}">
                <a16:creationId xmlns:a16="http://schemas.microsoft.com/office/drawing/2014/main" id="{506EFF4D-3C39-4F6E-A14E-EFF1C741CCC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608391" y="5546241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57" name="Marcador de texto 14">
            <a:extLst>
              <a:ext uri="{FF2B5EF4-FFF2-40B4-BE49-F238E27FC236}">
                <a16:creationId xmlns:a16="http://schemas.microsoft.com/office/drawing/2014/main" id="{0C5A43DB-AE3F-48FC-B6D4-8879D4CDADB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85530" y="532027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nombre</a:t>
            </a:r>
          </a:p>
        </p:txBody>
      </p:sp>
      <p:sp>
        <p:nvSpPr>
          <p:cNvPr id="33" name="Marcador de posición de imagen 9">
            <a:extLst>
              <a:ext uri="{FF2B5EF4-FFF2-40B4-BE49-F238E27FC236}">
                <a16:creationId xmlns:a16="http://schemas.microsoft.com/office/drawing/2014/main" id="{BF616705-4A53-4806-B16C-BA39A5A02D2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353776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39" name="Marcador de posición de imagen 9">
            <a:extLst>
              <a:ext uri="{FF2B5EF4-FFF2-40B4-BE49-F238E27FC236}">
                <a16:creationId xmlns:a16="http://schemas.microsoft.com/office/drawing/2014/main" id="{12C5AB77-7FB0-4FE2-A742-FA367227763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728064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40" name="Marcador de posición de imagen 9">
            <a:extLst>
              <a:ext uri="{FF2B5EF4-FFF2-40B4-BE49-F238E27FC236}">
                <a16:creationId xmlns:a16="http://schemas.microsoft.com/office/drawing/2014/main" id="{8A37ED26-A40F-40E4-9FB0-0F305BCB23F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102352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41" name="Marcador de posición de imagen 9">
            <a:extLst>
              <a:ext uri="{FF2B5EF4-FFF2-40B4-BE49-F238E27FC236}">
                <a16:creationId xmlns:a16="http://schemas.microsoft.com/office/drawing/2014/main" id="{B6231166-8699-4C7F-8542-01C947970C37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979488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42" name="Marcador de posición de imagen 9">
            <a:extLst>
              <a:ext uri="{FF2B5EF4-FFF2-40B4-BE49-F238E27FC236}">
                <a16:creationId xmlns:a16="http://schemas.microsoft.com/office/drawing/2014/main" id="{C8BBF1DC-9382-4EDC-8A43-26FBDBA89C7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4353776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43" name="Marcador de posición de imagen 9">
            <a:extLst>
              <a:ext uri="{FF2B5EF4-FFF2-40B4-BE49-F238E27FC236}">
                <a16:creationId xmlns:a16="http://schemas.microsoft.com/office/drawing/2014/main" id="{E1600B1D-A51F-4CD2-B131-483A6088B90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6728064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44" name="Marcador de posición de imagen 9">
            <a:extLst>
              <a:ext uri="{FF2B5EF4-FFF2-40B4-BE49-F238E27FC236}">
                <a16:creationId xmlns:a16="http://schemas.microsoft.com/office/drawing/2014/main" id="{C6C004ED-2B06-4144-9164-96A4CDC0539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102352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4002D7BD-981B-493B-A5A0-DA83B6593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2869747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ció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36A6C4-760E-4DFC-9166-0346E320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A830E9-38B9-41B2-9047-8F900363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5897FB-ACEE-45BF-9704-D517B9B9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F61A60D-EA13-4C4C-9816-85480A2E2A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1C424B8B-6301-4675-9015-050DF1DF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título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44297A50-8392-4EB9-9BF6-451C4B997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511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01B3A901-BBC6-44D9-9C97-6CFD76C17C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4039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título</a:t>
            </a:r>
          </a:p>
        </p:txBody>
      </p:sp>
      <p:sp>
        <p:nvSpPr>
          <p:cNvPr id="23" name="Marcador de texto 14">
            <a:extLst>
              <a:ext uri="{FF2B5EF4-FFF2-40B4-BE49-F238E27FC236}">
                <a16:creationId xmlns:a16="http://schemas.microsoft.com/office/drawing/2014/main" id="{C60306D6-8D77-403B-B3D3-93E771A63E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4" name="Marcador de texto 14">
            <a:extLst>
              <a:ext uri="{FF2B5EF4-FFF2-40B4-BE49-F238E27FC236}">
                <a16:creationId xmlns:a16="http://schemas.microsoft.com/office/drawing/2014/main" id="{156D61BA-EB24-4A41-8CAD-DF8D3ACF23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7567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título</a:t>
            </a:r>
          </a:p>
        </p:txBody>
      </p:sp>
      <p:sp>
        <p:nvSpPr>
          <p:cNvPr id="25" name="Marcador de texto 14">
            <a:extLst>
              <a:ext uri="{FF2B5EF4-FFF2-40B4-BE49-F238E27FC236}">
                <a16:creationId xmlns:a16="http://schemas.microsoft.com/office/drawing/2014/main" id="{7D92CD70-81FF-405A-B419-FCACE6F2F9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1F7A98D9-A50A-41D8-BD51-327D4B647F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1094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título</a:t>
            </a:r>
          </a:p>
        </p:txBody>
      </p:sp>
      <p:sp>
        <p:nvSpPr>
          <p:cNvPr id="27" name="Marcador de texto 14">
            <a:extLst>
              <a:ext uri="{FF2B5EF4-FFF2-40B4-BE49-F238E27FC236}">
                <a16:creationId xmlns:a16="http://schemas.microsoft.com/office/drawing/2014/main" id="{CD4953C5-A270-4C37-B878-3D3E51E01A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8" name="Marcador de texto 10">
            <a:extLst>
              <a:ext uri="{FF2B5EF4-FFF2-40B4-BE49-F238E27FC236}">
                <a16:creationId xmlns:a16="http://schemas.microsoft.com/office/drawing/2014/main" id="{B419FAA5-674D-4D1B-B6F0-7F6B786D9D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29" name="Marcador de texto 10">
            <a:extLst>
              <a:ext uri="{FF2B5EF4-FFF2-40B4-BE49-F238E27FC236}">
                <a16:creationId xmlns:a16="http://schemas.microsoft.com/office/drawing/2014/main" id="{4301E9A5-7F5A-49AF-A4F3-EA73CC5590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30" name="Marcador de texto 10">
            <a:extLst>
              <a:ext uri="{FF2B5EF4-FFF2-40B4-BE49-F238E27FC236}">
                <a16:creationId xmlns:a16="http://schemas.microsoft.com/office/drawing/2014/main" id="{44658DCD-8753-4536-A41F-2975ECE9D0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  <p:sp>
        <p:nvSpPr>
          <p:cNvPr id="31" name="Marcador de texto 10">
            <a:extLst>
              <a:ext uri="{FF2B5EF4-FFF2-40B4-BE49-F238E27FC236}">
                <a16:creationId xmlns:a16="http://schemas.microsoft.com/office/drawing/2014/main" id="{2708ADA9-A84B-4176-A4A4-3BEEB2F71F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927572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7">
            <a:extLst>
              <a:ext uri="{FF2B5EF4-FFF2-40B4-BE49-F238E27FC236}">
                <a16:creationId xmlns:a16="http://schemas.microsoft.com/office/drawing/2014/main" id="{9FD50E8B-97D3-485C-9645-AACC303DDF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-1"/>
            <a:ext cx="12196282" cy="2917371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44211F90-6E18-443B-BDFF-5A72A79502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006735"/>
            <a:ext cx="12192000" cy="2851264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es-ES" noProof="0"/>
              <a:t>Suma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0B2CC2F-A541-4A4B-985A-73901B9F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1D1C2B-CD69-4515-87A0-866E32DC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F4DBC1-4594-4961-A9D3-27E0113B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15AE508-339B-4118-9121-4A160D09F2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122721"/>
            <a:ext cx="2895600" cy="1111250"/>
          </a:xfrm>
          <a:prstGeom prst="rect">
            <a:avLst/>
          </a:prstGeom>
        </p:spPr>
        <p:txBody>
          <a:bodyPr rtlCol="0"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3A3F931-4B84-489F-8B0A-7FEF462532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2514" y="3833158"/>
            <a:ext cx="7021287" cy="1690377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4291993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7">
            <a:extLst>
              <a:ext uri="{FF2B5EF4-FFF2-40B4-BE49-F238E27FC236}">
                <a16:creationId xmlns:a16="http://schemas.microsoft.com/office/drawing/2014/main" id="{61D6F08F-239E-4E92-B5E7-36638ED465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agregar una foto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8D0F4F-65EB-4DC2-B7AD-AD23E6DB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CF9EC8-F9C6-4CE1-91F5-A956792C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156857" cy="365125"/>
          </a:xfrm>
        </p:spPr>
        <p:txBody>
          <a:bodyPr rtlCol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721C21-E285-4AF2-9E8D-243F4CBC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C201BA1-98C5-4728-9204-5B3A2F7B03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87939" y="1638359"/>
            <a:ext cx="3058885" cy="1111250"/>
          </a:xfrm>
          <a:prstGeom prst="rect">
            <a:avLst/>
          </a:prstGeom>
        </p:spPr>
        <p:txBody>
          <a:bodyPr rtlCol="0" anchor="b"/>
          <a:lstStyle>
            <a:lvl1pPr algn="l">
              <a:defRPr sz="2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5C106A2-F65A-4519-B7A6-CB7477C684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87939" y="3135086"/>
            <a:ext cx="3058885" cy="238845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agregar un subtítulo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E7A08CD-CF6C-4ABF-B086-481F36611730}"/>
              </a:ext>
            </a:extLst>
          </p:cNvPr>
          <p:cNvCxnSpPr>
            <a:cxnSpLocks/>
          </p:cNvCxnSpPr>
          <p:nvPr userDrawn="1"/>
        </p:nvCxnSpPr>
        <p:spPr>
          <a:xfrm>
            <a:off x="8130026" y="0"/>
            <a:ext cx="0" cy="4572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E4AB2649-B78D-4A9D-9F1D-F447A521EEB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35" y="4698088"/>
            <a:ext cx="11996058" cy="2059185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37000"/>
              </a:lnSpc>
              <a:spcBef>
                <a:spcPts val="0"/>
              </a:spcBef>
              <a:buNone/>
              <a:defRPr sz="50000" baseline="0">
                <a:solidFill>
                  <a:schemeClr val="accent6">
                    <a:lumMod val="10000"/>
                    <a:lumOff val="90000"/>
                    <a:alpha val="2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es-ES" noProof="0"/>
              <a:t>Que</a:t>
            </a:r>
          </a:p>
        </p:txBody>
      </p:sp>
    </p:spTree>
    <p:extLst>
      <p:ext uri="{BB962C8B-B14F-4D97-AF65-F5344CB8AC3E}">
        <p14:creationId xmlns:p14="http://schemas.microsoft.com/office/powerpoint/2010/main" val="238296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A4C966-5542-475A-B224-2E541D9AE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pPr rtl="0"/>
            <a:r>
              <a:rPr lang="es-ES" noProof="0"/>
              <a:t>03/8/20XX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F1E08C-E5A1-412C-88D3-C6BF9430D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BAFCC-DBDE-4891-B3DD-4B3754E7D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pPr rtl="0"/>
            <a:fld id="{4F6357DA-28E9-40D3-918C-4D14E8263D81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8795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6" r:id="rId13"/>
    <p:sldLayoutId id="2147483667" r:id="rId14"/>
    <p:sldLayoutId id="2147483668" r:id="rId15"/>
    <p:sldLayoutId id="2147483669" r:id="rId16"/>
    <p:sldLayoutId id="2147483663" r:id="rId17"/>
    <p:sldLayoutId id="2147483665" r:id="rId18"/>
    <p:sldLayoutId id="2147483664" r:id="rId19"/>
    <p:sldLayoutId id="2147483661" r:id="rId20"/>
    <p:sldLayoutId id="2147483662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es/photo/1022996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pxhere.com/es/photo/156965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pixnio.com/es/objetos/billetes/monedas-metal/monedas-dinero-monedas-de-metal-economia" TargetMode="Externa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-nd/3.0/" TargetMode="External"/><Relationship Id="rId4" Type="http://schemas.openxmlformats.org/officeDocument/2006/relationships/hyperlink" Target="https://consultoria-estrategica.blogspot.com/2005/03/fines-y-objetivos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xhere.com/es/photo/683196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34056CF-DEDB-4079-BF11-FA4761D09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150" y="2105334"/>
            <a:ext cx="4514850" cy="1407969"/>
          </a:xfrm>
        </p:spPr>
        <p:txBody>
          <a:bodyPr rtlCol="0"/>
          <a:lstStyle/>
          <a:p>
            <a:pPr algn="ctr" rtl="0"/>
            <a:r>
              <a:rPr lang="es-ES" sz="3200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ANÁLISIS FINANCIERO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D79862A8-72F8-4043-A021-816AC74E8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6042" y="4057095"/>
            <a:ext cx="3284832" cy="1553129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VENTANIZATE S.A.</a:t>
            </a:r>
          </a:p>
        </p:txBody>
      </p:sp>
      <p:pic>
        <p:nvPicPr>
          <p:cNvPr id="5" name="Contenidor d'imatge 4">
            <a:extLst>
              <a:ext uri="{FF2B5EF4-FFF2-40B4-BE49-F238E27FC236}">
                <a16:creationId xmlns:a16="http://schemas.microsoft.com/office/drawing/2014/main" id="{D6002359-ED5A-9AFF-4C55-7783A12E1D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5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2" r="762"/>
          <a:stretch>
            <a:fillRect/>
          </a:stretch>
        </p:blipFill>
        <p:spPr>
          <a:xfrm>
            <a:off x="0" y="0"/>
            <a:ext cx="7677150" cy="6858000"/>
          </a:xfrm>
        </p:spPr>
      </p:pic>
    </p:spTree>
    <p:extLst>
      <p:ext uri="{BB962C8B-B14F-4D97-AF65-F5344CB8AC3E}">
        <p14:creationId xmlns:p14="http://schemas.microsoft.com/office/powerpoint/2010/main" val="283577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9B7C68D5-425C-4465-842E-6EC3B305D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901598"/>
            <a:ext cx="3684814" cy="336548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Sobre nosotros</a:t>
            </a:r>
          </a:p>
        </p:txBody>
      </p:sp>
      <p:sp>
        <p:nvSpPr>
          <p:cNvPr id="18" name="Subtítulo 17">
            <a:extLst>
              <a:ext uri="{FF2B5EF4-FFF2-40B4-BE49-F238E27FC236}">
                <a16:creationId xmlns:a16="http://schemas.microsoft.com/office/drawing/2014/main" id="{37F7ED61-C894-4A41-AC49-EFA304B05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1547124"/>
            <a:ext cx="3684814" cy="3357385"/>
          </a:xfrm>
        </p:spPr>
        <p:txBody>
          <a:bodyPr rtlCol="0"/>
          <a:lstStyle/>
          <a:p>
            <a:pPr rtl="0"/>
            <a:r>
              <a:rPr lang="es-ES" sz="16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empresa “</a:t>
            </a:r>
            <a:r>
              <a:rPr lang="es-ES" sz="1600" dirty="0" err="1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Ventanízate</a:t>
            </a:r>
            <a:r>
              <a:rPr lang="es-ES" sz="16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S.A.” es una sociedad dedicada a la fabricación y posterior montado de todo tipo de ventanas y cristaleras. Comenzó siendo una empresa familiar y dando trabajo a 10 empleados, con una fabricación especializada en ventanas a medida de reformas de viviendas particulares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AA9AFE-9410-4506-BB86-B28E4E67C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01/05/2024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19B032-9B39-4E33-A8E4-7843247F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2</a:t>
            </a:fld>
            <a:endParaRPr lang="es-ES"/>
          </a:p>
        </p:txBody>
      </p:sp>
      <p:pic>
        <p:nvPicPr>
          <p:cNvPr id="9" name="Contenidor d'imatge 8" descr="Fashion designers working together in their studio">
            <a:extLst>
              <a:ext uri="{FF2B5EF4-FFF2-40B4-BE49-F238E27FC236}">
                <a16:creationId xmlns:a16="http://schemas.microsoft.com/office/drawing/2014/main" id="{C2477866-B9FF-8488-0801-4D1982B5494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806" r="1680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0390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FA666E47-001E-4F4E-B62E-8A6D933DF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62005"/>
            <a:ext cx="5094517" cy="296676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Análisis situación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5D3F84-DDBC-430C-9B78-396B46C6A2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01/05/2024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90521C-0778-4218-AC9C-D1774B90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3</a:t>
            </a:fld>
            <a:endParaRPr lang="es-ES"/>
          </a:p>
        </p:txBody>
      </p:sp>
      <p:pic>
        <p:nvPicPr>
          <p:cNvPr id="10" name="Contenidor d'imatge 9" descr="The exterior of a building with windows">
            <a:extLst>
              <a:ext uri="{FF2B5EF4-FFF2-40B4-BE49-F238E27FC236}">
                <a16:creationId xmlns:a16="http://schemas.microsoft.com/office/drawing/2014/main" id="{B21B8285-F315-5E35-FAD3-76AEEE2D77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104" r="24104"/>
          <a:stretch>
            <a:fillRect/>
          </a:stretch>
        </p:blipFill>
        <p:spPr/>
      </p:pic>
      <p:sp>
        <p:nvSpPr>
          <p:cNvPr id="22" name="Contenidor de text 21">
            <a:extLst>
              <a:ext uri="{FF2B5EF4-FFF2-40B4-BE49-F238E27FC236}">
                <a16:creationId xmlns:a16="http://schemas.microsoft.com/office/drawing/2014/main" id="{E2EDDA56-B19A-9A3B-0ED5-B3BB48DF4C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1584356"/>
            <a:ext cx="4838323" cy="4163301"/>
          </a:xfrm>
        </p:spPr>
        <p:txBody>
          <a:bodyPr/>
          <a:lstStyle/>
          <a:p>
            <a:r>
              <a:rPr lang="es-ES" sz="16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Durante los primeros 5 años fue creciendo de manera paulatina y ganando cuota de mercado en su ciudad de origen,  hasta que en el año 6 comenzó a ganar más presencia en el sector de la construcción y a introducirse en la realización de ventanas para grandes urbanizaciones residenciales. Para ello tuvo que ampliar su capacidad productiva y su número de empleados para poderse introducir en este nuevo nicho de negocio, llegando a emplear a 15 personas en el año 6 y a 25 en el último año de la proyección.</a:t>
            </a:r>
            <a:endParaRPr lang="ca-ES" sz="16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951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FF3F220D-927F-4B7C-A500-DB0603148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067544"/>
            <a:ext cx="2895600" cy="1111250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Visión</a:t>
            </a:r>
          </a:p>
        </p:txBody>
      </p:sp>
      <p:sp>
        <p:nvSpPr>
          <p:cNvPr id="12" name="Subtítulo 11">
            <a:extLst>
              <a:ext uri="{FF2B5EF4-FFF2-40B4-BE49-F238E27FC236}">
                <a16:creationId xmlns:a16="http://schemas.microsoft.com/office/drawing/2014/main" id="{79CF9814-FBB9-4B07-A6FC-F4816BAFD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0086" y="3294488"/>
            <a:ext cx="7021287" cy="657361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Crecimiento hacia otros mercados, ampliando su oferta de producto pero siempre ofreciendo un servicio personalizado a medida.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6037A493-2155-4C68-89F5-005884779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38600" y="0"/>
            <a:ext cx="0" cy="544021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005DA3-4854-4E8B-A4A6-957C02FE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01/05/2024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DD81F6-5149-4419-A3AA-B1E3BE82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Análisis financiero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B445F3-9517-4EFE-9147-CEE3B0EB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4</a:t>
            </a:fld>
            <a:endParaRPr lang="es-ES"/>
          </a:p>
        </p:txBody>
      </p:sp>
      <p:pic>
        <p:nvPicPr>
          <p:cNvPr id="10" name="Contenidor d'imatge 9">
            <a:extLst>
              <a:ext uri="{FF2B5EF4-FFF2-40B4-BE49-F238E27FC236}">
                <a16:creationId xmlns:a16="http://schemas.microsoft.com/office/drawing/2014/main" id="{BBB4D957-ECF5-6432-DBCD-CA5ABF61E6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5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32058" b="32058"/>
          <a:stretch>
            <a:fillRect/>
          </a:stretch>
        </p:blipFill>
        <p:spPr/>
      </p:pic>
      <p:sp>
        <p:nvSpPr>
          <p:cNvPr id="13" name="Título 10">
            <a:extLst>
              <a:ext uri="{FF2B5EF4-FFF2-40B4-BE49-F238E27FC236}">
                <a16:creationId xmlns:a16="http://schemas.microsoft.com/office/drawing/2014/main" id="{4D057FEE-40D2-43AA-2A00-F4EC93D24144}"/>
              </a:ext>
            </a:extLst>
          </p:cNvPr>
          <p:cNvSpPr txBox="1">
            <a:spLocks/>
          </p:cNvSpPr>
          <p:nvPr/>
        </p:nvSpPr>
        <p:spPr>
          <a:xfrm>
            <a:off x="758227" y="3854290"/>
            <a:ext cx="2895600" cy="1111250"/>
          </a:xfrm>
          <a:prstGeom prst="rect">
            <a:avLst/>
          </a:prstGeom>
        </p:spPr>
        <p:txBody>
          <a:bodyPr rtlCol="0"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misión</a:t>
            </a:r>
          </a:p>
        </p:txBody>
      </p:sp>
      <p:sp>
        <p:nvSpPr>
          <p:cNvPr id="14" name="Subtítulo 11">
            <a:extLst>
              <a:ext uri="{FF2B5EF4-FFF2-40B4-BE49-F238E27FC236}">
                <a16:creationId xmlns:a16="http://schemas.microsoft.com/office/drawing/2014/main" id="{C792C103-34EF-6DF4-6174-04AC08DF819D}"/>
              </a:ext>
            </a:extLst>
          </p:cNvPr>
          <p:cNvSpPr txBox="1">
            <a:spLocks/>
          </p:cNvSpPr>
          <p:nvPr/>
        </p:nvSpPr>
        <p:spPr>
          <a:xfrm>
            <a:off x="4332513" y="4081234"/>
            <a:ext cx="7021287" cy="657361"/>
          </a:xfrm>
          <a:prstGeom prst="rect">
            <a:avLst/>
          </a:prstGeom>
        </p:spPr>
        <p:txBody>
          <a:bodyPr rtlCol="0" anchor="ctr"/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kern="1200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Fabricación y montaje de ventanas y cristales, fabricación especializada en reformas a medida.</a:t>
            </a:r>
          </a:p>
        </p:txBody>
      </p:sp>
    </p:spTree>
    <p:extLst>
      <p:ext uri="{BB962C8B-B14F-4D97-AF65-F5344CB8AC3E}">
        <p14:creationId xmlns:p14="http://schemas.microsoft.com/office/powerpoint/2010/main" val="210227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0F65BBA0-595D-4970-8768-2D8DC31F2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0538" y="392726"/>
            <a:ext cx="5903262" cy="635397"/>
          </a:xfrm>
        </p:spPr>
        <p:txBody>
          <a:bodyPr rtlCol="0"/>
          <a:lstStyle/>
          <a:p>
            <a:pPr algn="ctr" rtl="0"/>
            <a:r>
              <a:rPr lang="es-ES" b="1">
                <a:solidFill>
                  <a:schemeClr val="accent6">
                    <a:lumMod val="75000"/>
                    <a:lumOff val="25000"/>
                  </a:schemeClr>
                </a:solidFill>
              </a:rPr>
              <a:t>Estados financieros</a:t>
            </a:r>
            <a:endParaRPr lang="es-ES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DB088D-5629-4F27-A688-7D8F606C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03/8/20XX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D96B73-3DB1-42C1-B9F3-8004C4389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Análisis financiero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55283C-F40F-4ABA-B7D5-4D429358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5</a:t>
            </a:fld>
            <a:endParaRPr lang="es-ES"/>
          </a:p>
        </p:txBody>
      </p:sp>
      <p:pic>
        <p:nvPicPr>
          <p:cNvPr id="8" name="Contenidor de contingut 7">
            <a:extLst>
              <a:ext uri="{FF2B5EF4-FFF2-40B4-BE49-F238E27FC236}">
                <a16:creationId xmlns:a16="http://schemas.microsoft.com/office/drawing/2014/main" id="{76A8D620-6D1D-36ED-30E2-C753AD0A6C0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4912071" y="1219200"/>
            <a:ext cx="7058255" cy="4909374"/>
          </a:xfrm>
          <a:prstGeom prst="rect">
            <a:avLst/>
          </a:prstGeom>
        </p:spPr>
      </p:pic>
      <p:pic>
        <p:nvPicPr>
          <p:cNvPr id="17" name="Contenidor d'imatge 16">
            <a:extLst>
              <a:ext uri="{FF2B5EF4-FFF2-40B4-BE49-F238E27FC236}">
                <a16:creationId xmlns:a16="http://schemas.microsoft.com/office/drawing/2014/main" id="{7B66C4D4-C1EE-7421-1F9A-5B25585884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331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>
            <a:extLst>
              <a:ext uri="{FF2B5EF4-FFF2-40B4-BE49-F238E27FC236}">
                <a16:creationId xmlns:a16="http://schemas.microsoft.com/office/drawing/2014/main" id="{347FE036-FC97-4AA2-BCCE-1FC41168E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9481" y="298500"/>
            <a:ext cx="6212793" cy="639955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Estados financieros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EB8B24-EE15-4C2B-9998-AF7668DB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01/05/2024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BFABD5-C80C-4D6E-940C-EC4C2204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Análisis financiero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CDCC9E-3C7C-42FE-92A6-F4CB4C01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6</a:t>
            </a:fld>
            <a:endParaRPr lang="es-ES"/>
          </a:p>
        </p:txBody>
      </p:sp>
      <p:pic>
        <p:nvPicPr>
          <p:cNvPr id="2" name="Imatge 1">
            <a:extLst>
              <a:ext uri="{FF2B5EF4-FFF2-40B4-BE49-F238E27FC236}">
                <a16:creationId xmlns:a16="http://schemas.microsoft.com/office/drawing/2014/main" id="{3922AF18-0DD3-46A2-BBA5-15B408557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21" y="1409509"/>
            <a:ext cx="10373479" cy="3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7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5DD343D-FFFF-49FD-B58D-FEB0901AC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8019" y="2144434"/>
            <a:ext cx="9441871" cy="545148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CONCLUSIONES ANALISIS ESTADOS FINANCIEROS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70C771E-BA39-483A-A7F7-8763F92FDE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073" y="2881746"/>
            <a:ext cx="11286836" cy="3250100"/>
          </a:xfrm>
        </p:spPr>
        <p:txBody>
          <a:bodyPr rtlCol="0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Fuerte crecimiento del balance con importantes incrementos en inmovilizado, clientes y existencias, debido al mayor volumen de producción que requiere la nueva línea de negocio en la que están entrando.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crecimiento se ha financiado con de deuda a largo plazo (€209M Año 7 vs €42M Año 5) y con proveedores (€199M Año 7 vs €54M Año 5); si bien la compañía ha realizado una ampliación de capital en el Año 7 por valor de €40M.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apertura de la nueva línea de negocio provoca aumentos en ventas (+200% Año 7 vs Año 5) si bien esos mayores ingresos no se reflejan en un mayor “Resultado de Explotación”, puesto que los aprovisionamientos crecen más rápido que las ventas (+285% Año 7 vs Año 5). Esto implica que están instalando un mayor volumen de ventanas pero con un menor margen que cuando operaban únicamente el canal minorista.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análisis vertical nos muestra como el “Resultado de Explotación” pasa de suponer un 14,7% (Año 5) a un 2,4% (Año 7).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gastos financieros reflejan el incremento de la financiación a largo plazo que soporta el crecimiento de la compañía, y junto al empeoramiento del “Resultado de Explotación” provocan un deterioro financiero que lleva a la compañía a registrar pérdidas en el último año.</a:t>
            </a:r>
          </a:p>
          <a:p>
            <a:pPr algn="l"/>
            <a:endParaRPr lang="es-ES" sz="1000" b="0" i="0" u="none" strike="noStrike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s-E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CDE186-3711-4F15-AA8A-075C52EAE9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01/05/2024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C7F39C3-F322-4503-8F3F-5BB3310AB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ANALISIS FINANCIERO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4DC327-9994-42EA-95A4-1EB64231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7</a:t>
            </a:fld>
            <a:endParaRPr lang="es-ES"/>
          </a:p>
        </p:txBody>
      </p:sp>
      <p:pic>
        <p:nvPicPr>
          <p:cNvPr id="9" name="Contenidor d'imatge 8" descr="Silver metal newtons cradle">
            <a:extLst>
              <a:ext uri="{FF2B5EF4-FFF2-40B4-BE49-F238E27FC236}">
                <a16:creationId xmlns:a16="http://schemas.microsoft.com/office/drawing/2014/main" id="{AEC7A0DD-E551-EC7D-7D58-A5CE328B7B3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70000"/>
          </a:blip>
          <a:srcRect t="35834" b="35834"/>
          <a:stretch>
            <a:fillRect/>
          </a:stretch>
        </p:blipFill>
        <p:spPr>
          <a:xfrm>
            <a:off x="-4281" y="0"/>
            <a:ext cx="12196282" cy="2041236"/>
          </a:xfrm>
          <a:solidFill>
            <a:schemeClr val="accent3"/>
          </a:solidFill>
        </p:spPr>
      </p:pic>
    </p:spTree>
    <p:extLst>
      <p:ext uri="{BB962C8B-B14F-4D97-AF65-F5344CB8AC3E}">
        <p14:creationId xmlns:p14="http://schemas.microsoft.com/office/powerpoint/2010/main" val="120002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>
            <a:extLst>
              <a:ext uri="{FF2B5EF4-FFF2-40B4-BE49-F238E27FC236}">
                <a16:creationId xmlns:a16="http://schemas.microsoft.com/office/drawing/2014/main" id="{347FE036-FC97-4AA2-BCCE-1FC41168E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9481" y="298500"/>
            <a:ext cx="6212793" cy="639955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Ratios financieros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EB8B24-EE15-4C2B-9998-AF7668DB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01/05/2024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BFABD5-C80C-4D6E-940C-EC4C2204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Análisis financiero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CDCC9E-3C7C-42FE-92A6-F4CB4C01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8</a:t>
            </a:fld>
            <a:endParaRPr lang="es-ES"/>
          </a:p>
        </p:txBody>
      </p:sp>
      <p:pic>
        <p:nvPicPr>
          <p:cNvPr id="7" name="Imatge 6">
            <a:extLst>
              <a:ext uri="{FF2B5EF4-FFF2-40B4-BE49-F238E27FC236}">
                <a16:creationId xmlns:a16="http://schemas.microsoft.com/office/drawing/2014/main" id="{ED3DEDD4-CCC3-9F0E-F115-1E8C701FC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938455"/>
            <a:ext cx="80772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72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>
            <a:extLst>
              <a:ext uri="{FF2B5EF4-FFF2-40B4-BE49-F238E27FC236}">
                <a16:creationId xmlns:a16="http://schemas.microsoft.com/office/drawing/2014/main" id="{347FE036-FC97-4AA2-BCCE-1FC41168E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9481" y="298500"/>
            <a:ext cx="6212793" cy="639955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Ratios financieros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EB8B24-EE15-4C2B-9998-AF7668DB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01/05/2024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BFABD5-C80C-4D6E-940C-EC4C2204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Análisis financiero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CDCC9E-3C7C-42FE-92A6-F4CB4C01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9</a:t>
            </a:fld>
            <a:endParaRPr lang="es-ES"/>
          </a:p>
        </p:txBody>
      </p:sp>
      <p:pic>
        <p:nvPicPr>
          <p:cNvPr id="2" name="Imatge 1">
            <a:extLst>
              <a:ext uri="{FF2B5EF4-FFF2-40B4-BE49-F238E27FC236}">
                <a16:creationId xmlns:a16="http://schemas.microsoft.com/office/drawing/2014/main" id="{F5B23E3A-15DB-5E71-B6CE-80D9F26A3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877264"/>
            <a:ext cx="8077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66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5DD343D-FFFF-49FD-B58D-FEB0901AC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8019" y="2144434"/>
            <a:ext cx="9441871" cy="545148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CONCLUSIONES ANALISIS ESTADOS FINANCIEROS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70C771E-BA39-483A-A7F7-8763F92FDE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073" y="2881746"/>
            <a:ext cx="11286836" cy="3250100"/>
          </a:xfrm>
        </p:spPr>
        <p:txBody>
          <a:bodyPr rtlCol="0"/>
          <a:lstStyle/>
          <a:p>
            <a:pPr algn="l"/>
            <a:endParaRPr lang="es-ES" sz="1000" b="0" i="0" u="none" strike="noStrike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s-E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CDE186-3711-4F15-AA8A-075C52EAE9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01/05/2024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C7F39C3-F322-4503-8F3F-5BB3310AB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ANALISIS FINANCIERO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4DC327-9994-42EA-95A4-1EB64231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10</a:t>
            </a:fld>
            <a:endParaRPr lang="es-ES"/>
          </a:p>
        </p:txBody>
      </p:sp>
      <p:sp>
        <p:nvSpPr>
          <p:cNvPr id="17" name="QuadreDeText 16">
            <a:extLst>
              <a:ext uri="{FF2B5EF4-FFF2-40B4-BE49-F238E27FC236}">
                <a16:creationId xmlns:a16="http://schemas.microsoft.com/office/drawing/2014/main" id="{076D58D4-FDC9-E909-B732-DBB2C077BEE9}"/>
              </a:ext>
            </a:extLst>
          </p:cNvPr>
          <p:cNvSpPr txBox="1"/>
          <p:nvPr/>
        </p:nvSpPr>
        <p:spPr>
          <a:xfrm>
            <a:off x="533399" y="2792780"/>
            <a:ext cx="1138150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Crecimiento en el NOF indica un crecimiento de los activos.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ratio de endeudamiento aumenta, triplicando su valor, mala  señal para la salud financiera de la compañía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el bloque de ratios de liquidez observamos, que tiene muchas posibilidades de caer en una suspensión de pagos por falta de tesorería.  Acompañado con el alto ratio de endeudamiento a CP, lo hace aun mas preocupante.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las ratios de rentabilidad vemos , que el beneficio obtenido en relación capital aportado por los socios pasa a ser negativo y sin posibilidad de repartir dividendos.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CONCLUSIONES: </a:t>
            </a: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Podemos decir, que el análisis con ratios comparados viendo la evolución entre los año 5  y año 7 nos confirma que no seria una decisión acertada invertir en esta compañía. Podemos decir,  necesita un plan de choque inmediato para intentar remediar sus problemas de solvencia y liquidez sino va entrar en suspensión de pagos seguramente.</a:t>
            </a:r>
          </a:p>
          <a:p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endParaRPr lang="es-ES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Contenidor d'imatge 20" descr="One big red thumbtack in front of many smaller black thumbtacks">
            <a:extLst>
              <a:ext uri="{FF2B5EF4-FFF2-40B4-BE49-F238E27FC236}">
                <a16:creationId xmlns:a16="http://schemas.microsoft.com/office/drawing/2014/main" id="{8F2BFEAB-6948-15B6-0293-B165A1696ED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6261" b="36261"/>
          <a:stretch>
            <a:fillRect/>
          </a:stretch>
        </p:blipFill>
        <p:spPr>
          <a:xfrm>
            <a:off x="-4281" y="0"/>
            <a:ext cx="12196282" cy="2144434"/>
          </a:xfrm>
        </p:spPr>
      </p:pic>
    </p:spTree>
    <p:extLst>
      <p:ext uri="{BB962C8B-B14F-4D97-AF65-F5344CB8AC3E}">
        <p14:creationId xmlns:p14="http://schemas.microsoft.com/office/powerpoint/2010/main" val="342787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FCC2A221-B199-4A29-BC00-83D349B94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6051" y="893523"/>
            <a:ext cx="5094517" cy="296198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Objetivos del </a:t>
            </a:r>
            <a:r>
              <a:rPr lang="es-ES" b="1" dirty="0" err="1">
                <a:solidFill>
                  <a:schemeClr val="accent6">
                    <a:lumMod val="75000"/>
                    <a:lumOff val="25000"/>
                  </a:schemeClr>
                </a:solidFill>
              </a:rPr>
              <a:t>cmi</a:t>
            </a:r>
            <a:endParaRPr lang="es-ES" b="1" dirty="0">
              <a:solidFill>
                <a:schemeClr val="accent6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Marcador de texto 46">
            <a:extLst>
              <a:ext uri="{FF2B5EF4-FFF2-40B4-BE49-F238E27FC236}">
                <a16:creationId xmlns:a16="http://schemas.microsoft.com/office/drawing/2014/main" id="{F099E783-7CAD-4A11-8139-442FE1A60E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39336" y="1742396"/>
            <a:ext cx="5618651" cy="4051821"/>
          </a:xfrm>
        </p:spPr>
        <p:txBody>
          <a:bodyPr rtlCol="0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Aumentar su cuota de mercado respeto la competencia.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del estado financiero ante el esfuerzo de entrar en el mercado mayorista.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 y mejorar su servicio.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Conservar los trabajadores, con retribuciones justas pero teniendo un control sobre el coste salarial</a:t>
            </a:r>
            <a:endParaRPr lang="es-ES" sz="13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550418-AF50-4D31-B9E4-A06E19A8C9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E3C0D1-A0E4-4E8C-BE1E-4E1639C5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/>
              <a:t>Análisis financiero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4192C76-963F-40D9-85E5-6FACCA8B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11</a:t>
            </a:fld>
            <a:endParaRPr lang="es-ES"/>
          </a:p>
        </p:txBody>
      </p:sp>
      <p:pic>
        <p:nvPicPr>
          <p:cNvPr id="35" name="Contenidor d'imatge 34">
            <a:extLst>
              <a:ext uri="{FF2B5EF4-FFF2-40B4-BE49-F238E27FC236}">
                <a16:creationId xmlns:a16="http://schemas.microsoft.com/office/drawing/2014/main" id="{A4856A45-F159-A391-146D-D152429FB7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5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401" r="30401"/>
          <a:stretch>
            <a:fillRect/>
          </a:stretch>
        </p:blipFill>
        <p:spPr/>
      </p:pic>
      <p:sp>
        <p:nvSpPr>
          <p:cNvPr id="36" name="QuadreDeText 35">
            <a:extLst>
              <a:ext uri="{FF2B5EF4-FFF2-40B4-BE49-F238E27FC236}">
                <a16:creationId xmlns:a16="http://schemas.microsoft.com/office/drawing/2014/main" id="{35261559-8E7A-C747-1C29-B2991DF0EA6F}"/>
              </a:ext>
            </a:extLst>
          </p:cNvPr>
          <p:cNvSpPr txBox="1"/>
          <p:nvPr/>
        </p:nvSpPr>
        <p:spPr>
          <a:xfrm>
            <a:off x="0" y="6858000"/>
            <a:ext cx="4038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900">
                <a:hlinkClick r:id="rId4" tooltip="https://consultoria-estrategica.blogspot.com/2005/03/fines-y-objetivos.html"/>
              </a:rPr>
              <a:t>Aquesta foto</a:t>
            </a:r>
            <a:r>
              <a:rPr lang="ca-ES" sz="900"/>
              <a:t> de Autor desconegut està sota llicència </a:t>
            </a:r>
            <a:r>
              <a:rPr lang="ca-ES" sz="900">
                <a:hlinkClick r:id="rId5" tooltip="https://creativecommons.org/licenses/by-nd/3.0/"/>
              </a:rPr>
              <a:t>CC BY-ND</a:t>
            </a:r>
            <a:endParaRPr lang="ca-ES" sz="900"/>
          </a:p>
        </p:txBody>
      </p:sp>
    </p:spTree>
    <p:extLst>
      <p:ext uri="{BB962C8B-B14F-4D97-AF65-F5344CB8AC3E}">
        <p14:creationId xmlns:p14="http://schemas.microsoft.com/office/powerpoint/2010/main" val="30060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95CA1E60-4DBF-4E5A-B74D-DB53E13DE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9603" y="727515"/>
            <a:ext cx="6212793" cy="639955"/>
          </a:xfrm>
        </p:spPr>
        <p:txBody>
          <a:bodyPr rtlCol="0"/>
          <a:lstStyle/>
          <a:p>
            <a:pPr rtl="0"/>
            <a:r>
              <a:rPr lang="es-ES" dirty="0"/>
              <a:t>Situación actual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524C65-8AB8-4E0B-B64B-D914BE2C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01/05/2024</a:t>
            </a:r>
          </a:p>
          <a:p>
            <a:pPr rtl="0"/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279C68-28A8-4777-9796-23F5C940F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Análisis financiero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7203EB-37A0-4C77-AD21-AD529D4A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12</a:t>
            </a:fld>
            <a:endParaRPr lang="es-ES"/>
          </a:p>
        </p:txBody>
      </p:sp>
      <p:pic>
        <p:nvPicPr>
          <p:cNvPr id="18" name="Contenidor de contingut 4">
            <a:extLst>
              <a:ext uri="{FF2B5EF4-FFF2-40B4-BE49-F238E27FC236}">
                <a16:creationId xmlns:a16="http://schemas.microsoft.com/office/drawing/2014/main" id="{74B5996B-8AD0-4491-C6B8-F3EA2940B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59" y="1874982"/>
            <a:ext cx="9677026" cy="361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81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95CA1E60-4DBF-4E5A-B74D-DB53E13DE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9603" y="727515"/>
            <a:ext cx="6212793" cy="639955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Ejemplo de CMI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524C65-8AB8-4E0B-B64B-D914BE2C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01/05/2024</a:t>
            </a:r>
          </a:p>
          <a:p>
            <a:pPr rtl="0"/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279C68-28A8-4777-9796-23F5C940F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Análisis financiero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7203EB-37A0-4C77-AD21-AD529D4A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13</a:t>
            </a:fld>
            <a:endParaRPr lang="es-ES"/>
          </a:p>
        </p:txBody>
      </p:sp>
      <p:pic>
        <p:nvPicPr>
          <p:cNvPr id="5" name="Imatge 4">
            <a:extLst>
              <a:ext uri="{FF2B5EF4-FFF2-40B4-BE49-F238E27FC236}">
                <a16:creationId xmlns:a16="http://schemas.microsoft.com/office/drawing/2014/main" id="{E75FE7BB-F82C-0B2A-7E4F-C633E610A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894" y="1293435"/>
            <a:ext cx="9470211" cy="483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12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FA666E47-001E-4F4E-B62E-8A6D933DF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62005"/>
            <a:ext cx="5094517" cy="296676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Recomendación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5D3F84-DDBC-430C-9B78-396B46C6A2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01/05/2024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90521C-0778-4218-AC9C-D1774B90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14</a:t>
            </a:fld>
            <a:endParaRPr lang="es-ES"/>
          </a:p>
        </p:txBody>
      </p:sp>
      <p:pic>
        <p:nvPicPr>
          <p:cNvPr id="10" name="Contenidor d'imatge 9" descr="The exterior of a building with windows">
            <a:extLst>
              <a:ext uri="{FF2B5EF4-FFF2-40B4-BE49-F238E27FC236}">
                <a16:creationId xmlns:a16="http://schemas.microsoft.com/office/drawing/2014/main" id="{B21B8285-F315-5E35-FAD3-76AEEE2D77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50000"/>
          </a:blip>
          <a:srcRect l="24104" r="24104"/>
          <a:stretch>
            <a:fillRect/>
          </a:stretch>
        </p:blipFill>
        <p:spPr/>
      </p:pic>
      <p:sp>
        <p:nvSpPr>
          <p:cNvPr id="22" name="Contenidor de text 21">
            <a:extLst>
              <a:ext uri="{FF2B5EF4-FFF2-40B4-BE49-F238E27FC236}">
                <a16:creationId xmlns:a16="http://schemas.microsoft.com/office/drawing/2014/main" id="{E2EDDA56-B19A-9A3B-0ED5-B3BB48DF4C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1584356"/>
            <a:ext cx="4838323" cy="4163301"/>
          </a:xfrm>
        </p:spPr>
        <p:txBody>
          <a:bodyPr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Tomar medidas para mejorar los ratios de endeudamiento.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Mejorar los costes de venta.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 rendimiento trabajador por ventas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Tranquilizar los accionistas</a:t>
            </a:r>
            <a:endParaRPr lang="ca-ES" sz="18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662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A10B49F-A2AF-46DE-89E1-741462CAE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0939" y="725448"/>
            <a:ext cx="5870122" cy="639955"/>
          </a:xfrm>
        </p:spPr>
        <p:txBody>
          <a:bodyPr rtlCol="0"/>
          <a:lstStyle/>
          <a:p>
            <a:pPr rtl="0"/>
            <a:r>
              <a:rPr lang="es-ES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Estudio comparación con la competencia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2D3C13E-77D0-4398-85D4-2B2E12CB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01/05/2024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6106D12-5214-4132-8BDC-D3C49E23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Análisis financiero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3F2185-3C0A-49BD-B0D2-30D7AAFD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15</a:t>
            </a:fld>
            <a:endParaRPr lang="es-ES" dirty="0"/>
          </a:p>
        </p:txBody>
      </p:sp>
      <p:pic>
        <p:nvPicPr>
          <p:cNvPr id="8" name="Contenidor de contingut 7">
            <a:extLst>
              <a:ext uri="{FF2B5EF4-FFF2-40B4-BE49-F238E27FC236}">
                <a16:creationId xmlns:a16="http://schemas.microsoft.com/office/drawing/2014/main" id="{2FCE1B7E-AE21-AC22-5C05-EEA4837F7693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>
            <a:fillRect/>
          </a:stretch>
        </p:blipFill>
        <p:spPr>
          <a:xfrm>
            <a:off x="442196" y="1830540"/>
            <a:ext cx="5082884" cy="3381223"/>
          </a:xfrm>
          <a:prstGeom prst="rect">
            <a:avLst/>
          </a:prstGeom>
        </p:spPr>
      </p:pic>
      <p:pic>
        <p:nvPicPr>
          <p:cNvPr id="11" name="Contenidor de contingut 10">
            <a:extLst>
              <a:ext uri="{FF2B5EF4-FFF2-40B4-BE49-F238E27FC236}">
                <a16:creationId xmlns:a16="http://schemas.microsoft.com/office/drawing/2014/main" id="{BB2B3923-39A7-C4DA-4A43-A898ADE20356}"/>
              </a:ext>
            </a:extLst>
          </p:cNvPr>
          <p:cNvPicPr>
            <a:picLocks noGrp="1" noChangeAspect="1"/>
          </p:cNvPicPr>
          <p:nvPr>
            <p:ph sz="quarter" idx="37"/>
          </p:nvPr>
        </p:nvPicPr>
        <p:blipFill>
          <a:blip r:embed="rId4"/>
          <a:stretch>
            <a:fillRect/>
          </a:stretch>
        </p:blipFill>
        <p:spPr>
          <a:xfrm>
            <a:off x="6000033" y="1830540"/>
            <a:ext cx="5082884" cy="338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03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FCC2A221-B199-4A29-BC00-83D349B94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7874" y="466259"/>
            <a:ext cx="5094517" cy="296198"/>
          </a:xfrm>
        </p:spPr>
        <p:txBody>
          <a:bodyPr rtlCol="0"/>
          <a:lstStyle/>
          <a:p>
            <a:pPr rtl="0"/>
            <a:r>
              <a:rPr lang="es-ES" sz="1800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Puntos débiles</a:t>
            </a:r>
          </a:p>
        </p:txBody>
      </p:sp>
      <p:sp>
        <p:nvSpPr>
          <p:cNvPr id="47" name="Marcador de texto 46">
            <a:extLst>
              <a:ext uri="{FF2B5EF4-FFF2-40B4-BE49-F238E27FC236}">
                <a16:creationId xmlns:a16="http://schemas.microsoft.com/office/drawing/2014/main" id="{F099E783-7CAD-4A11-8139-442FE1A60E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28797" y="761269"/>
            <a:ext cx="7548869" cy="1454177"/>
          </a:xfrm>
        </p:spPr>
        <p:txBody>
          <a:bodyPr rtlCol="0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empeoramiento en ROE, ROA y </a:t>
            </a:r>
            <a:r>
              <a:rPr lang="es-ES" sz="1200" dirty="0" err="1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Payout</a:t>
            </a: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Periodo medio de cobro es el doble de la competencia.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Poder negociador con los proveedore, hace que tengamos un periodo de pago muy bajo.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550418-AF50-4D31-B9E4-A06E19A8C9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03/8/20XX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E3C0D1-A0E4-4E8C-BE1E-4E1639C5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/>
              <a:t>Análisis financiero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4192C76-963F-40D9-85E5-6FACCA8B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16</a:t>
            </a:fld>
            <a:endParaRPr lang="es-ES"/>
          </a:p>
        </p:txBody>
      </p:sp>
      <p:pic>
        <p:nvPicPr>
          <p:cNvPr id="13" name="Contenidor d'imatge 12">
            <a:extLst>
              <a:ext uri="{FF2B5EF4-FFF2-40B4-BE49-F238E27FC236}">
                <a16:creationId xmlns:a16="http://schemas.microsoft.com/office/drawing/2014/main" id="{78E6806E-5E63-9D1C-1930-750D1750E7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5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423" r="30423"/>
          <a:stretch>
            <a:fillRect/>
          </a:stretch>
        </p:blipFill>
        <p:spPr/>
      </p:pic>
      <p:sp>
        <p:nvSpPr>
          <p:cNvPr id="14" name="Título 10">
            <a:extLst>
              <a:ext uri="{FF2B5EF4-FFF2-40B4-BE49-F238E27FC236}">
                <a16:creationId xmlns:a16="http://schemas.microsoft.com/office/drawing/2014/main" id="{C5A66B75-E908-9D7C-34CE-75FA765336B3}"/>
              </a:ext>
            </a:extLst>
          </p:cNvPr>
          <p:cNvSpPr txBox="1">
            <a:spLocks/>
          </p:cNvSpPr>
          <p:nvPr/>
        </p:nvSpPr>
        <p:spPr>
          <a:xfrm>
            <a:off x="4428796" y="1919248"/>
            <a:ext cx="5094517" cy="296198"/>
          </a:xfrm>
          <a:prstGeom prst="rect">
            <a:avLst/>
          </a:prstGeom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Puntos fuertes</a:t>
            </a:r>
          </a:p>
        </p:txBody>
      </p:sp>
      <p:sp>
        <p:nvSpPr>
          <p:cNvPr id="15" name="Marcador de texto 46">
            <a:extLst>
              <a:ext uri="{FF2B5EF4-FFF2-40B4-BE49-F238E27FC236}">
                <a16:creationId xmlns:a16="http://schemas.microsoft.com/office/drawing/2014/main" id="{338289AC-59F8-850A-93D5-F06F7082014B}"/>
              </a:ext>
            </a:extLst>
          </p:cNvPr>
          <p:cNvSpPr txBox="1">
            <a:spLocks/>
          </p:cNvSpPr>
          <p:nvPr/>
        </p:nvSpPr>
        <p:spPr>
          <a:xfrm>
            <a:off x="4363549" y="2335880"/>
            <a:ext cx="5618651" cy="982332"/>
          </a:xfrm>
          <a:prstGeom prst="rect">
            <a:avLst/>
          </a:prstGeom>
        </p:spPr>
        <p:txBody>
          <a:bodyPr rtlCol="0"/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Somo capaces de crecer rápidos, aumentar clientes, esto significa que nuestro </a:t>
            </a:r>
            <a:r>
              <a:rPr lang="es-ES" sz="1200" dirty="0" err="1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</a:t>
            </a: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200" dirty="0" err="1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operativo de trabajo es buena.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Tenemos un buen fondo de maniobra.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18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ítulo 10">
            <a:extLst>
              <a:ext uri="{FF2B5EF4-FFF2-40B4-BE49-F238E27FC236}">
                <a16:creationId xmlns:a16="http://schemas.microsoft.com/office/drawing/2014/main" id="{DC432783-EF1C-B0F1-B3A3-566F307FFB05}"/>
              </a:ext>
            </a:extLst>
          </p:cNvPr>
          <p:cNvSpPr txBox="1">
            <a:spLocks/>
          </p:cNvSpPr>
          <p:nvPr/>
        </p:nvSpPr>
        <p:spPr>
          <a:xfrm>
            <a:off x="4357874" y="3290547"/>
            <a:ext cx="5094517" cy="296198"/>
          </a:xfrm>
          <a:prstGeom prst="rect">
            <a:avLst/>
          </a:prstGeom>
        </p:spPr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b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Decisiones estratégicas</a:t>
            </a:r>
          </a:p>
        </p:txBody>
      </p:sp>
      <p:sp>
        <p:nvSpPr>
          <p:cNvPr id="17" name="Marcador de texto 46">
            <a:extLst>
              <a:ext uri="{FF2B5EF4-FFF2-40B4-BE49-F238E27FC236}">
                <a16:creationId xmlns:a16="http://schemas.microsoft.com/office/drawing/2014/main" id="{AC69DE26-546B-B874-A8AA-E986AA14A933}"/>
              </a:ext>
            </a:extLst>
          </p:cNvPr>
          <p:cNvSpPr txBox="1">
            <a:spLocks/>
          </p:cNvSpPr>
          <p:nvPr/>
        </p:nvSpPr>
        <p:spPr>
          <a:xfrm>
            <a:off x="4398336" y="3753968"/>
            <a:ext cx="7510127" cy="2298786"/>
          </a:xfrm>
          <a:prstGeom prst="rect">
            <a:avLst/>
          </a:prstGeom>
        </p:spPr>
        <p:txBody>
          <a:bodyPr rtlCol="0"/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Podemos ver que los ratios financieros de  </a:t>
            </a:r>
            <a:r>
              <a:rPr lang="es-ES" sz="1200" dirty="0" err="1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MasVentanas</a:t>
            </a: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son muy esperanzadores, tiene serios problemas de financieros, esto puede significar su posible suspensión de pagos.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 decisión estratégica será intentar absorber, fusionar, de algún modo a </a:t>
            </a:r>
            <a:r>
              <a:rPr lang="es-ES" sz="1200" dirty="0" err="1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MasVentanas</a:t>
            </a: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para poder aumentar nuestra cuota de mercado.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 ayudaría tener más poder de negociación con los proveedores, aumentar el periodo medio de pago.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Deberíamos reducir el Periodo medio de Cobro.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accent6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estas posibles soluciones mejoraríamos mucho nuestros puntos débiles y los accionistas estarían contentos.</a:t>
            </a:r>
            <a:endParaRPr lang="es-ES" sz="1800" dirty="0">
              <a:solidFill>
                <a:schemeClr val="accent6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49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D284643B-288B-4193-AFF3-324BA95A7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7939" y="1666068"/>
            <a:ext cx="3058885" cy="1111250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Gracias</a:t>
            </a:r>
          </a:p>
        </p:txBody>
      </p:sp>
      <p:sp>
        <p:nvSpPr>
          <p:cNvPr id="17" name="Subtítulo 16">
            <a:extLst>
              <a:ext uri="{FF2B5EF4-FFF2-40B4-BE49-F238E27FC236}">
                <a16:creationId xmlns:a16="http://schemas.microsoft.com/office/drawing/2014/main" id="{AEAA1571-277D-4DF6-83F9-1438CBE64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7939" y="3135086"/>
            <a:ext cx="3058885" cy="2388450"/>
          </a:xfrm>
        </p:spPr>
        <p:txBody>
          <a:bodyPr rtlCol="0"/>
          <a:lstStyle/>
          <a:p>
            <a:pPr rtl="0"/>
            <a:r>
              <a:rPr lang="es-E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Oriol Puig​​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D1294D-3F13-4F4B-8004-41165CEA9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5E6C65-AC3A-49C1-A182-26B5AA40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es-ES" smtClean="0"/>
              <a:pPr rtl="0"/>
              <a:t>17</a:t>
            </a:fld>
            <a:endParaRPr lang="es-ES"/>
          </a:p>
        </p:txBody>
      </p:sp>
      <p:pic>
        <p:nvPicPr>
          <p:cNvPr id="9" name="Contenidor d'imatge 8" descr="Clapping hands with solid fill">
            <a:extLst>
              <a:ext uri="{FF2B5EF4-FFF2-40B4-BE49-F238E27FC236}">
                <a16:creationId xmlns:a16="http://schemas.microsoft.com/office/drawing/2014/main" id="{578C7EA0-7979-3C22-B3CA-8608752A863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5335" b="53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414573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21">
      <a:dk1>
        <a:sysClr val="windowText" lastClr="000000"/>
      </a:dk1>
      <a:lt1>
        <a:sysClr val="window" lastClr="FFFFFF"/>
      </a:lt1>
      <a:dk2>
        <a:srgbClr val="E3C375"/>
      </a:dk2>
      <a:lt2>
        <a:srgbClr val="E7E6E6"/>
      </a:lt2>
      <a:accent1>
        <a:srgbClr val="485441"/>
      </a:accent1>
      <a:accent2>
        <a:srgbClr val="EBFFE4"/>
      </a:accent2>
      <a:accent3>
        <a:srgbClr val="AAC59E"/>
      </a:accent3>
      <a:accent4>
        <a:srgbClr val="7C4B79"/>
      </a:accent4>
      <a:accent5>
        <a:srgbClr val="C59EC3"/>
      </a:accent5>
      <a:accent6>
        <a:srgbClr val="302030"/>
      </a:accent6>
      <a:hlink>
        <a:srgbClr val="0563C1"/>
      </a:hlink>
      <a:folHlink>
        <a:srgbClr val="954F72"/>
      </a:folHlink>
    </a:clrScheme>
    <a:fontScheme name="Custom 74">
      <a:majorFont>
        <a:latin typeface="Avenir Next LT Pro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1981_TF16411246_Win32" id="{02F0E21C-7BD0-480A-8B4A-79D712D04786}" vid="{EF90EB0E-9B11-4889-9CA0-A8D8F272CD7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09A09C-A249-4D30-8888-26F183AD87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CF18AE-D61A-46A3-9130-AB96E8088727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sharepoint/v3"/>
    <ds:schemaRef ds:uri="http://purl.org/dc/dcmitype/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416BC72-0158-4AB8-9F35-F365C88D29D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Presentación empresarial de un restaurante</Template>
  <TotalTime>121</TotalTime>
  <Words>946</Words>
  <Application>Microsoft Office PowerPoint</Application>
  <PresentationFormat>Pantalla panoràmica</PresentationFormat>
  <Paragraphs>126</Paragraphs>
  <Slides>17</Slides>
  <Notes>17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5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17</vt:i4>
      </vt:variant>
    </vt:vector>
  </HeadingPairs>
  <TitlesOfParts>
    <vt:vector size="23" baseType="lpstr">
      <vt:lpstr>Arial</vt:lpstr>
      <vt:lpstr>Avenir Next LT Pro</vt:lpstr>
      <vt:lpstr>Calibri</vt:lpstr>
      <vt:lpstr>Courier New</vt:lpstr>
      <vt:lpstr>Kunstler Script</vt:lpstr>
      <vt:lpstr>Tema de Office</vt:lpstr>
      <vt:lpstr>ANÁLISIS FINANCIERO</vt:lpstr>
      <vt:lpstr>Sobre nosotros</vt:lpstr>
      <vt:lpstr>Análisis situación</vt:lpstr>
      <vt:lpstr>Visión</vt:lpstr>
      <vt:lpstr>Estados financieros</vt:lpstr>
      <vt:lpstr>Estados financieros</vt:lpstr>
      <vt:lpstr>CONCLUSIONES ANALISIS ESTADOS FINANCIEROS</vt:lpstr>
      <vt:lpstr>Ratios financieros</vt:lpstr>
      <vt:lpstr>Ratios financieros</vt:lpstr>
      <vt:lpstr>CONCLUSIONES ANALISIS ESTADOS FINANCIEROS</vt:lpstr>
      <vt:lpstr>Objetivos del cmi</vt:lpstr>
      <vt:lpstr>Situación actual</vt:lpstr>
      <vt:lpstr>Ejemplo de CMI</vt:lpstr>
      <vt:lpstr>Recomendación</vt:lpstr>
      <vt:lpstr>Estudio comparación con la competencia</vt:lpstr>
      <vt:lpstr>Puntos débiles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FINANCIERO DE VENTANIZATE s.a.</dc:title>
  <dc:creator>Oriol puig i Carreró</dc:creator>
  <cp:lastModifiedBy>Oriol puig i Carreró</cp:lastModifiedBy>
  <cp:revision>1</cp:revision>
  <dcterms:created xsi:type="dcterms:W3CDTF">2024-05-01T17:31:01Z</dcterms:created>
  <dcterms:modified xsi:type="dcterms:W3CDTF">2024-05-01T19:32:46Z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