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58" r:id="rId3"/>
    <p:sldId id="259" r:id="rId4"/>
    <p:sldId id="260" r:id="rId5"/>
    <p:sldId id="261" r:id="rId6"/>
    <p:sldId id="263" r:id="rId7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70" autoAdjust="0"/>
  </p:normalViewPr>
  <p:slideViewPr>
    <p:cSldViewPr showGuides="1">
      <p:cViewPr varScale="1">
        <p:scale>
          <a:sx n="95" d="100"/>
          <a:sy n="95" d="100"/>
        </p:scale>
        <p:origin x="1194" y="96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31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B1C6AD9-3D90-48B8-B9DF-CE5EF5172899}" type="datetime1">
              <a:rPr lang="es-ES" smtClean="0"/>
              <a:t>24/04/2024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4CBEF8-5CDE-472B-839B-B8BB0C881006}" type="slidenum">
              <a:rPr lang="es-ES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0FE1DF-2A08-4851-B447-C114E8B669E3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B98AFB-CB0D-4DFE-87B9-B4B0D0DE73CD}" type="slidenum">
              <a:rPr lang="es-ES" noProof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BB98AFB-CB0D-4DFE-87B9-B4B0D0DE73C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742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7176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8797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B98AFB-CB0D-4DFE-87B9-B4B0D0DE73C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204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B98AFB-CB0D-4DFE-87B9-B4B0D0DE73CD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1106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 rtlCol="0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065212" y="3403600"/>
            <a:ext cx="5029201" cy="1397000"/>
          </a:xfrm>
        </p:spPr>
        <p:txBody>
          <a:bodyPr rtlCol="0"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065213" y="6432551"/>
            <a:ext cx="5653087" cy="273049"/>
          </a:xfrm>
        </p:spPr>
        <p:txBody>
          <a:bodyPr rtlCol="0"/>
          <a:lstStyle>
            <a:lvl1pPr>
              <a:defRPr>
                <a:effectLst/>
              </a:defRPr>
            </a:lvl1pPr>
          </a:lstStyle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932612" y="6432551"/>
            <a:ext cx="1371600" cy="273049"/>
          </a:xfrm>
        </p:spPr>
        <p:txBody>
          <a:bodyPr rtlCol="0"/>
          <a:lstStyle/>
          <a:p>
            <a:pPr rtl="0"/>
            <a:fld id="{F53513E6-4DA9-4656-9D3D-3D98EF2643A2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532812" y="6432551"/>
            <a:ext cx="1219201" cy="273049"/>
          </a:xfrm>
        </p:spPr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023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2EE63B-1224-45E5-83AE-CBBDFC32F0E3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rtlCol="0" anchor="b">
            <a:normAutofit/>
          </a:bodyPr>
          <a:lstStyle>
            <a:lvl1pPr algn="l">
              <a:defRPr sz="5400" b="1" cap="none" baseline="0"/>
            </a:lvl1pPr>
          </a:lstStyle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rtlCol="0"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B1F3E9-5172-4FBE-B079-F12D56DE8BCC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563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F440DD-0C98-40D6-9804-CACE333BF466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4050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1" y="533400"/>
            <a:ext cx="8686802" cy="10668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863FFA-0364-44D0-B0D8-924D359B8555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5D8168-FF91-48CF-B3C8-C63CADB8D704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7030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DC7D55-DE4A-4526-BFF2-DCFA02D700C3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8826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rtlCol="0" anchor="b">
            <a:normAutofit/>
          </a:bodyPr>
          <a:lstStyle>
            <a:lvl1pPr algn="l">
              <a:defRPr sz="3600" b="1"/>
            </a:lvl1pPr>
          </a:lstStyle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55DDE3-A2C7-4B69-9750-7E7C429BC1D8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0008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rtlCol="0" anchor="b">
            <a:noAutofit/>
          </a:bodyPr>
          <a:lstStyle>
            <a:lvl1pPr algn="l">
              <a:defRPr sz="3600" b="1"/>
            </a:lvl1pPr>
          </a:lstStyle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ca-ES" noProof="0"/>
              <a:t>Feu clic a la icona per afegir una imatge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a-ES" noProof="0"/>
              <a:t>Feu clic per editar els estils del text del patró</a:t>
            </a:r>
          </a:p>
        </p:txBody>
      </p:sp>
    </p:spTree>
    <p:extLst>
      <p:ext uri="{BB962C8B-B14F-4D97-AF65-F5344CB8AC3E}">
        <p14:creationId xmlns:p14="http://schemas.microsoft.com/office/powerpoint/2010/main" val="57285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B8A600-3366-4089-B620-80483700DB6B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4147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 rtlCol="0"/>
          <a:lstStyle/>
          <a:p>
            <a:pPr rtl="0"/>
            <a:r>
              <a:rPr lang="ca-ES" noProof="0"/>
              <a:t>Feu clic aquí per editar l'estil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 rtlCol="0"/>
          <a:lstStyle/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D4DB12-F919-4C9A-B2B3-909F44975F79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AEAE4A8-A6E5-453E-B946-FB774B73F48C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3543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454B1F01-89C9-4D65-B44C-A1AFF22E7CB8}" type="datetime1">
              <a:rPr lang="es-ES" noProof="0" smtClean="0"/>
              <a:t>24/04/2024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AAEAE4A8-A6E5-453E-B946-FB774B73F48C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4495798" cy="2514601"/>
          </a:xfrm>
        </p:spPr>
        <p:txBody>
          <a:bodyPr rtlCol="0"/>
          <a:lstStyle/>
          <a:p>
            <a:pPr rtl="0"/>
            <a:r>
              <a:rPr lang="es-ES" dirty="0"/>
              <a:t>Creación Cuadro de Mando Integral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 err="1"/>
              <a:t>Ventanizate</a:t>
            </a:r>
            <a:r>
              <a:rPr lang="es-ES" dirty="0"/>
              <a:t> S.A</a:t>
            </a: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Visión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5212" y="1828800"/>
            <a:ext cx="8686801" cy="736104"/>
          </a:xfrm>
        </p:spPr>
        <p:txBody>
          <a:bodyPr rtlCol="0"/>
          <a:lstStyle/>
          <a:p>
            <a:pPr rtl="0"/>
            <a:r>
              <a:rPr lang="es-ES" dirty="0"/>
              <a:t>Crecimiento hacia otros mercados, ampliando su oferta de producto pero siempre ofreciendo un servicio personalizado a medida.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893A194-30C6-68CA-78E5-0DE51672A733}"/>
              </a:ext>
            </a:extLst>
          </p:cNvPr>
          <p:cNvSpPr txBox="1">
            <a:spLocks/>
          </p:cNvSpPr>
          <p:nvPr/>
        </p:nvSpPr>
        <p:spPr bwMode="auto">
          <a:xfrm>
            <a:off x="1065211" y="2420888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Misión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14DD089-A44A-DCF1-5B63-157957024CBA}"/>
              </a:ext>
            </a:extLst>
          </p:cNvPr>
          <p:cNvSpPr txBox="1">
            <a:spLocks/>
          </p:cNvSpPr>
          <p:nvPr/>
        </p:nvSpPr>
        <p:spPr>
          <a:xfrm>
            <a:off x="1065211" y="3711724"/>
            <a:ext cx="8686801" cy="7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Fabricación y montaje de ventanas y cristales, fabricación especializada en reformas a medida.</a:t>
            </a:r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Objetivos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/>
              <a:t>Aumentar su cuota de mercado respeto la competencia.</a:t>
            </a:r>
          </a:p>
          <a:p>
            <a:pPr rtl="0"/>
            <a:r>
              <a:rPr lang="es-ES" dirty="0"/>
              <a:t>Control del estado financiero ante el esfuerzo de entrar en el mercado mayorista.</a:t>
            </a:r>
          </a:p>
          <a:p>
            <a:pPr rtl="0"/>
            <a:r>
              <a:rPr lang="es-ES" dirty="0"/>
              <a:t>Dar y mejorar su servicio.</a:t>
            </a:r>
          </a:p>
          <a:p>
            <a:pPr rtl="0"/>
            <a:r>
              <a:rPr lang="es-ES" dirty="0"/>
              <a:t>Conservar los trabajadores, con retribuciones justas pero teniendo un control sobre el coste salarial.</a:t>
            </a:r>
          </a:p>
        </p:txBody>
      </p:sp>
    </p:spTree>
    <p:extLst>
      <p:ext uri="{BB962C8B-B14F-4D97-AF65-F5344CB8AC3E}">
        <p14:creationId xmlns:p14="http://schemas.microsoft.com/office/powerpoint/2010/main" val="277289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Situación actual</a:t>
            </a:r>
          </a:p>
        </p:txBody>
      </p:sp>
      <p:pic>
        <p:nvPicPr>
          <p:cNvPr id="5" name="Contenidor de contingut 4">
            <a:extLst>
              <a:ext uri="{FF2B5EF4-FFF2-40B4-BE49-F238E27FC236}">
                <a16:creationId xmlns:a16="http://schemas.microsoft.com/office/drawing/2014/main" id="{40EE06FF-276E-18B5-3D64-4ACAC1EFC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0859" y="2678819"/>
            <a:ext cx="9677026" cy="221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Ejemplo de CMI</a:t>
            </a:r>
          </a:p>
        </p:txBody>
      </p:sp>
      <p:pic>
        <p:nvPicPr>
          <p:cNvPr id="6" name="Contenidor de contingut 5">
            <a:extLst>
              <a:ext uri="{FF2B5EF4-FFF2-40B4-BE49-F238E27FC236}">
                <a16:creationId xmlns:a16="http://schemas.microsoft.com/office/drawing/2014/main" id="{539DF1E7-1979-2EC4-5332-7BCD5AEAF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04238" y="1828800"/>
            <a:ext cx="82087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Recomendación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/>
              <a:t>Tomar medidas para mejorar los ratios de endeudamiento</a:t>
            </a:r>
          </a:p>
          <a:p>
            <a:pPr rtl="0"/>
            <a:r>
              <a:rPr lang="es-ES" dirty="0"/>
              <a:t>Mejorar los costes de venta.</a:t>
            </a:r>
          </a:p>
          <a:p>
            <a:pPr rtl="0"/>
            <a:r>
              <a:rPr lang="es-ES" dirty="0"/>
              <a:t>Analizar rendimiento trabajador por ventas</a:t>
            </a:r>
          </a:p>
          <a:p>
            <a:pPr rtl="0"/>
            <a:r>
              <a:rPr lang="es-ES" dirty="0"/>
              <a:t>Tranquilizar los accionistas.</a:t>
            </a:r>
          </a:p>
        </p:txBody>
      </p:sp>
    </p:spTree>
    <p:extLst>
      <p:ext uri="{BB962C8B-B14F-4D97-AF65-F5344CB8AC3E}">
        <p14:creationId xmlns:p14="http://schemas.microsoft.com/office/powerpoint/2010/main" val="425924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resentación de la estrategia de la empresa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61418037_TF03460663_Win32" id="{29725727-951B-4B73-A43F-E91DF578AA81}" vid="{370C0D1F-0089-4951-A1CF-9981BE4F2D0D}"/>
    </a:ext>
  </a:extLst>
</a:theme>
</file>

<file path=ppt/theme/theme2.xml><?xml version="1.0" encoding="utf-8"?>
<a:theme xmlns:a="http://schemas.openxmlformats.org/drawingml/2006/main" name="Tema de Offic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Diapositivas de estrategia empresarial</Template>
  <TotalTime>11</TotalTime>
  <Words>126</Words>
  <Application>Microsoft Office PowerPoint</Application>
  <PresentationFormat>Personalitzat</PresentationFormat>
  <Paragraphs>24</Paragraphs>
  <Slides>6</Slides>
  <Notes>6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Palatino Linotype</vt:lpstr>
      <vt:lpstr>Presentación de la estrategia de la empresa</vt:lpstr>
      <vt:lpstr>Creación Cuadro de Mando Integral</vt:lpstr>
      <vt:lpstr>Visión</vt:lpstr>
      <vt:lpstr>Objetivos</vt:lpstr>
      <vt:lpstr>Situación actual</vt:lpstr>
      <vt:lpstr>Ejemplo de CMI</vt:lpstr>
      <vt:lpstr>Recomendación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Creación Cuadro de Mando Integral</dc:title>
  <dc:creator>Oriol puig i Carreró</dc:creator>
  <cp:lastModifiedBy>Oriol puig i Carreró</cp:lastModifiedBy>
  <cp:revision>1</cp:revision>
  <dcterms:created xsi:type="dcterms:W3CDTF">2024-04-24T17:44:50Z</dcterms:created>
  <dcterms:modified xsi:type="dcterms:W3CDTF">2024-04-24T17:56:09Z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