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7" r:id="rId5"/>
    <p:sldId id="259" r:id="rId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404040"/>
    <a:srgbClr val="CE295E"/>
    <a:srgbClr val="A6A6A6"/>
    <a:srgbClr val="F2F2F2"/>
    <a:srgbClr val="BFBFBF"/>
    <a:srgbClr val="E37777"/>
    <a:srgbClr val="64A4CA"/>
    <a:srgbClr val="66C5F3"/>
    <a:srgbClr val="F2C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11E22-13C1-4DC0-955A-62CF1219C210}" v="19" dt="2024-04-17T16:28:56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95" autoAdjust="0"/>
  </p:normalViewPr>
  <p:slideViewPr>
    <p:cSldViewPr snapToGrid="0" showGuides="1">
      <p:cViewPr varScale="1">
        <p:scale>
          <a:sx n="106" d="100"/>
          <a:sy n="106" d="100"/>
        </p:scale>
        <p:origin x="792" y="114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l puig i Carreró" userId="aba7334eafb07142" providerId="LiveId" clId="{4E011E22-13C1-4DC0-955A-62CF1219C210}"/>
    <pc:docChg chg="undo custSel modSld">
      <pc:chgData name="Oriol puig i Carreró" userId="aba7334eafb07142" providerId="LiveId" clId="{4E011E22-13C1-4DC0-955A-62CF1219C210}" dt="2024-04-17T18:47:59.186" v="1635" actId="1076"/>
      <pc:docMkLst>
        <pc:docMk/>
      </pc:docMkLst>
      <pc:sldChg chg="delSp modSp mod">
        <pc:chgData name="Oriol puig i Carreró" userId="aba7334eafb07142" providerId="LiveId" clId="{4E011E22-13C1-4DC0-955A-62CF1219C210}" dt="2024-04-17T18:38:41.288" v="1366" actId="20577"/>
        <pc:sldMkLst>
          <pc:docMk/>
          <pc:sldMk cId="3427904300" sldId="257"/>
        </pc:sldMkLst>
        <pc:spChg chg="del mod">
          <ac:chgData name="Oriol puig i Carreró" userId="aba7334eafb07142" providerId="LiveId" clId="{4E011E22-13C1-4DC0-955A-62CF1219C210}" dt="2024-04-17T16:03:30.068" v="7" actId="478"/>
          <ac:spMkLst>
            <pc:docMk/>
            <pc:sldMk cId="3427904300" sldId="257"/>
            <ac:spMk id="34" creationId="{73E51D0F-C13A-4F6C-9EE5-4C796F23FB96}"/>
          </ac:spMkLst>
        </pc:spChg>
        <pc:spChg chg="mod">
          <ac:chgData name="Oriol puig i Carreró" userId="aba7334eafb07142" providerId="LiveId" clId="{4E011E22-13C1-4DC0-955A-62CF1219C210}" dt="2024-04-17T16:03:56.644" v="12" actId="1076"/>
          <ac:spMkLst>
            <pc:docMk/>
            <pc:sldMk cId="3427904300" sldId="257"/>
            <ac:spMk id="75" creationId="{527B1B3A-4567-4AE9-A7C9-FA9D5A1F3929}"/>
          </ac:spMkLst>
        </pc:spChg>
        <pc:spChg chg="mod">
          <ac:chgData name="Oriol puig i Carreró" userId="aba7334eafb07142" providerId="LiveId" clId="{4E011E22-13C1-4DC0-955A-62CF1219C210}" dt="2024-04-17T18:38:41.288" v="1366" actId="20577"/>
          <ac:spMkLst>
            <pc:docMk/>
            <pc:sldMk cId="3427904300" sldId="257"/>
            <ac:spMk id="111" creationId="{853D56A8-B36E-4520-9327-AFD45439C181}"/>
          </ac:spMkLst>
        </pc:spChg>
        <pc:picChg chg="mod">
          <ac:chgData name="Oriol puig i Carreró" userId="aba7334eafb07142" providerId="LiveId" clId="{4E011E22-13C1-4DC0-955A-62CF1219C210}" dt="2024-04-17T16:03:51.811" v="11" actId="1076"/>
          <ac:picMkLst>
            <pc:docMk/>
            <pc:sldMk cId="3427904300" sldId="257"/>
            <ac:picMk id="2" creationId="{D0683D6D-23B7-44AE-601E-E632AE9E2BDC}"/>
          </ac:picMkLst>
        </pc:picChg>
        <pc:picChg chg="mod">
          <ac:chgData name="Oriol puig i Carreró" userId="aba7334eafb07142" providerId="LiveId" clId="{4E011E22-13C1-4DC0-955A-62CF1219C210}" dt="2024-04-17T16:03:39.603" v="9" actId="1076"/>
          <ac:picMkLst>
            <pc:docMk/>
            <pc:sldMk cId="3427904300" sldId="257"/>
            <ac:picMk id="3" creationId="{6C3818FA-529C-8D67-AE54-207BA64C869E}"/>
          </ac:picMkLst>
        </pc:picChg>
      </pc:sldChg>
      <pc:sldChg chg="addSp delSp modSp mod">
        <pc:chgData name="Oriol puig i Carreró" userId="aba7334eafb07142" providerId="LiveId" clId="{4E011E22-13C1-4DC0-955A-62CF1219C210}" dt="2024-04-17T18:47:59.186" v="1635" actId="1076"/>
        <pc:sldMkLst>
          <pc:docMk/>
          <pc:sldMk cId="4092421255" sldId="259"/>
        </pc:sldMkLst>
        <pc:spChg chg="mod">
          <ac:chgData name="Oriol puig i Carreró" userId="aba7334eafb07142" providerId="LiveId" clId="{4E011E22-13C1-4DC0-955A-62CF1219C210}" dt="2024-04-17T16:29:06.730" v="1353" actId="122"/>
          <ac:spMkLst>
            <pc:docMk/>
            <pc:sldMk cId="4092421255" sldId="259"/>
            <ac:spMk id="2" creationId="{A3D0B643-7A91-4DF8-A7B1-B57A95B3E49A}"/>
          </ac:spMkLst>
        </pc:spChg>
        <pc:spChg chg="del mod">
          <ac:chgData name="Oriol puig i Carreró" userId="aba7334eafb07142" providerId="LiveId" clId="{4E011E22-13C1-4DC0-955A-62CF1219C210}" dt="2024-04-17T16:05:29.611" v="24" actId="478"/>
          <ac:spMkLst>
            <pc:docMk/>
            <pc:sldMk cId="4092421255" sldId="259"/>
            <ac:spMk id="7" creationId="{0321790F-CD39-47FB-80ED-9EBD430089D0}"/>
          </ac:spMkLst>
        </pc:spChg>
        <pc:spChg chg="del">
          <ac:chgData name="Oriol puig i Carreró" userId="aba7334eafb07142" providerId="LiveId" clId="{4E011E22-13C1-4DC0-955A-62CF1219C210}" dt="2024-04-17T16:05:41.636" v="31" actId="478"/>
          <ac:spMkLst>
            <pc:docMk/>
            <pc:sldMk cId="4092421255" sldId="259"/>
            <ac:spMk id="8" creationId="{039D305D-7F54-4713-A905-386715DF6134}"/>
          </ac:spMkLst>
        </pc:spChg>
        <pc:spChg chg="add del mod">
          <ac:chgData name="Oriol puig i Carreró" userId="aba7334eafb07142" providerId="LiveId" clId="{4E011E22-13C1-4DC0-955A-62CF1219C210}" dt="2024-04-17T16:27:45.523" v="1337" actId="478"/>
          <ac:spMkLst>
            <pc:docMk/>
            <pc:sldMk cId="4092421255" sldId="259"/>
            <ac:spMk id="12" creationId="{2A110259-0882-422D-99F9-51121643745E}"/>
          </ac:spMkLst>
        </pc:spChg>
        <pc:spChg chg="add mod">
          <ac:chgData name="Oriol puig i Carreró" userId="aba7334eafb07142" providerId="LiveId" clId="{4E011E22-13C1-4DC0-955A-62CF1219C210}" dt="2024-04-17T16:07:39.197" v="109"/>
          <ac:spMkLst>
            <pc:docMk/>
            <pc:sldMk cId="4092421255" sldId="259"/>
            <ac:spMk id="13" creationId="{D57E74E7-DD2B-34FF-30D6-372D727AA70B}"/>
          </ac:spMkLst>
        </pc:spChg>
        <pc:spChg chg="add mod">
          <ac:chgData name="Oriol puig i Carreró" userId="aba7334eafb07142" providerId="LiveId" clId="{4E011E22-13C1-4DC0-955A-62CF1219C210}" dt="2024-04-17T16:07:44.883" v="111"/>
          <ac:spMkLst>
            <pc:docMk/>
            <pc:sldMk cId="4092421255" sldId="259"/>
            <ac:spMk id="14" creationId="{F6A59A57-B326-19AE-7D5E-09A40B71A906}"/>
          </ac:spMkLst>
        </pc:spChg>
        <pc:spChg chg="add mod">
          <ac:chgData name="Oriol puig i Carreró" userId="aba7334eafb07142" providerId="LiveId" clId="{4E011E22-13C1-4DC0-955A-62CF1219C210}" dt="2024-04-17T18:44:38.781" v="1528" actId="20577"/>
          <ac:spMkLst>
            <pc:docMk/>
            <pc:sldMk cId="4092421255" sldId="259"/>
            <ac:spMk id="15" creationId="{327ACB50-B140-1EC5-90AF-5756883EADF2}"/>
          </ac:spMkLst>
        </pc:spChg>
        <pc:spChg chg="add del mod">
          <ac:chgData name="Oriol puig i Carreró" userId="aba7334eafb07142" providerId="LiveId" clId="{4E011E22-13C1-4DC0-955A-62CF1219C210}" dt="2024-04-17T16:24:33.610" v="865" actId="478"/>
          <ac:spMkLst>
            <pc:docMk/>
            <pc:sldMk cId="4092421255" sldId="259"/>
            <ac:spMk id="16" creationId="{B15CFFC7-D8E9-48F5-7055-DE511AD24402}"/>
          </ac:spMkLst>
        </pc:spChg>
        <pc:spChg chg="add del mod">
          <ac:chgData name="Oriol puig i Carreró" userId="aba7334eafb07142" providerId="LiveId" clId="{4E011E22-13C1-4DC0-955A-62CF1219C210}" dt="2024-04-17T16:24:34.562" v="866" actId="478"/>
          <ac:spMkLst>
            <pc:docMk/>
            <pc:sldMk cId="4092421255" sldId="259"/>
            <ac:spMk id="17" creationId="{DCF3F79C-D410-2A09-9D40-E3C77C01F701}"/>
          </ac:spMkLst>
        </pc:spChg>
        <pc:spChg chg="add del mod">
          <ac:chgData name="Oriol puig i Carreró" userId="aba7334eafb07142" providerId="LiveId" clId="{4E011E22-13C1-4DC0-955A-62CF1219C210}" dt="2024-04-17T16:24:36.500" v="868" actId="478"/>
          <ac:spMkLst>
            <pc:docMk/>
            <pc:sldMk cId="4092421255" sldId="259"/>
            <ac:spMk id="18" creationId="{34052069-6611-D1F1-A49A-DEA98861A308}"/>
          </ac:spMkLst>
        </pc:spChg>
        <pc:spChg chg="add mod">
          <ac:chgData name="Oriol puig i Carreró" userId="aba7334eafb07142" providerId="LiveId" clId="{4E011E22-13C1-4DC0-955A-62CF1219C210}" dt="2024-04-17T18:46:34.822" v="1621" actId="20577"/>
          <ac:spMkLst>
            <pc:docMk/>
            <pc:sldMk cId="4092421255" sldId="259"/>
            <ac:spMk id="19" creationId="{CED51EF0-E191-BDCB-E187-5D3C58A6E18F}"/>
          </ac:spMkLst>
        </pc:spChg>
        <pc:spChg chg="add mod">
          <ac:chgData name="Oriol puig i Carreró" userId="aba7334eafb07142" providerId="LiveId" clId="{4E011E22-13C1-4DC0-955A-62CF1219C210}" dt="2024-04-17T18:47:59.186" v="1635" actId="1076"/>
          <ac:spMkLst>
            <pc:docMk/>
            <pc:sldMk cId="4092421255" sldId="259"/>
            <ac:spMk id="20" creationId="{8C1E5DA6-93C8-003B-8020-B1ED6C27025F}"/>
          </ac:spMkLst>
        </pc:spChg>
        <pc:spChg chg="add del mod">
          <ac:chgData name="Oriol puig i Carreró" userId="aba7334eafb07142" providerId="LiveId" clId="{4E011E22-13C1-4DC0-955A-62CF1219C210}" dt="2024-04-17T16:22:52.165" v="790" actId="478"/>
          <ac:spMkLst>
            <pc:docMk/>
            <pc:sldMk cId="4092421255" sldId="259"/>
            <ac:spMk id="21" creationId="{3A8D35F2-E4EB-EBF3-5F0A-CF9A43D80E08}"/>
          </ac:spMkLst>
        </pc:spChg>
        <pc:spChg chg="add del mod">
          <ac:chgData name="Oriol puig i Carreró" userId="aba7334eafb07142" providerId="LiveId" clId="{4E011E22-13C1-4DC0-955A-62CF1219C210}" dt="2024-04-17T16:22:57.747" v="792" actId="478"/>
          <ac:spMkLst>
            <pc:docMk/>
            <pc:sldMk cId="4092421255" sldId="259"/>
            <ac:spMk id="22" creationId="{13025372-CC5E-634A-126D-8E407CD65289}"/>
          </ac:spMkLst>
        </pc:spChg>
        <pc:spChg chg="add del mod">
          <ac:chgData name="Oriol puig i Carreró" userId="aba7334eafb07142" providerId="LiveId" clId="{4E011E22-13C1-4DC0-955A-62CF1219C210}" dt="2024-04-17T16:16:30.284" v="370" actId="478"/>
          <ac:spMkLst>
            <pc:docMk/>
            <pc:sldMk cId="4092421255" sldId="259"/>
            <ac:spMk id="24" creationId="{3D7572A9-241B-2D1A-653B-C030504FA0DF}"/>
          </ac:spMkLst>
        </pc:spChg>
        <pc:spChg chg="add del mod">
          <ac:chgData name="Oriol puig i Carreró" userId="aba7334eafb07142" providerId="LiveId" clId="{4E011E22-13C1-4DC0-955A-62CF1219C210}" dt="2024-04-17T18:47:56.658" v="1634" actId="1076"/>
          <ac:spMkLst>
            <pc:docMk/>
            <pc:sldMk cId="4092421255" sldId="259"/>
            <ac:spMk id="26" creationId="{C8628B56-D9BF-6BF5-7725-39B9BD3AFAF9}"/>
          </ac:spMkLst>
        </pc:spChg>
        <pc:spChg chg="add del mod">
          <ac:chgData name="Oriol puig i Carreró" userId="aba7334eafb07142" providerId="LiveId" clId="{4E011E22-13C1-4DC0-955A-62CF1219C210}" dt="2024-04-17T16:09:17.748" v="138" actId="478"/>
          <ac:spMkLst>
            <pc:docMk/>
            <pc:sldMk cId="4092421255" sldId="259"/>
            <ac:spMk id="27" creationId="{3884A56B-8090-273E-303C-50ED34482C26}"/>
          </ac:spMkLst>
        </pc:spChg>
        <pc:spChg chg="mod">
          <ac:chgData name="Oriol puig i Carreró" userId="aba7334eafb07142" providerId="LiveId" clId="{4E011E22-13C1-4DC0-955A-62CF1219C210}" dt="2024-04-17T16:28:56.963" v="1350" actId="571"/>
          <ac:spMkLst>
            <pc:docMk/>
            <pc:sldMk cId="4092421255" sldId="259"/>
            <ac:spMk id="30" creationId="{992FA1FE-0F98-7FF2-0AA2-9917C98A4143}"/>
          </ac:spMkLst>
        </pc:spChg>
        <pc:spChg chg="mod">
          <ac:chgData name="Oriol puig i Carreró" userId="aba7334eafb07142" providerId="LiveId" clId="{4E011E22-13C1-4DC0-955A-62CF1219C210}" dt="2024-04-17T16:28:56.963" v="1350" actId="571"/>
          <ac:spMkLst>
            <pc:docMk/>
            <pc:sldMk cId="4092421255" sldId="259"/>
            <ac:spMk id="31" creationId="{B638A919-9DEF-E2B8-5860-667A8F8CACDF}"/>
          </ac:spMkLst>
        </pc:spChg>
        <pc:spChg chg="add mod">
          <ac:chgData name="Oriol puig i Carreró" userId="aba7334eafb07142" providerId="LiveId" clId="{4E011E22-13C1-4DC0-955A-62CF1219C210}" dt="2024-04-17T16:28:56.963" v="1350" actId="571"/>
          <ac:spMkLst>
            <pc:docMk/>
            <pc:sldMk cId="4092421255" sldId="259"/>
            <ac:spMk id="32" creationId="{0D43BEB3-61C2-0C5B-E8D6-BC64046AD503}"/>
          </ac:spMkLst>
        </pc:spChg>
        <pc:spChg chg="add mod">
          <ac:chgData name="Oriol puig i Carreró" userId="aba7334eafb07142" providerId="LiveId" clId="{4E011E22-13C1-4DC0-955A-62CF1219C210}" dt="2024-04-17T16:28:56.963" v="1350" actId="571"/>
          <ac:spMkLst>
            <pc:docMk/>
            <pc:sldMk cId="4092421255" sldId="259"/>
            <ac:spMk id="33" creationId="{94FF0232-BDDB-F4C6-6530-A053F12316F1}"/>
          </ac:spMkLst>
        </pc:spChg>
        <pc:spChg chg="add del mod topLvl">
          <ac:chgData name="Oriol puig i Carreró" userId="aba7334eafb07142" providerId="LiveId" clId="{4E011E22-13C1-4DC0-955A-62CF1219C210}" dt="2024-04-17T18:47:16.675" v="1628" actId="14100"/>
          <ac:spMkLst>
            <pc:docMk/>
            <pc:sldMk cId="4092421255" sldId="259"/>
            <ac:spMk id="50" creationId="{93A7AF6A-22BC-4CD2-A354-D732C3FA233C}"/>
          </ac:spMkLst>
        </pc:spChg>
        <pc:spChg chg="del">
          <ac:chgData name="Oriol puig i Carreró" userId="aba7334eafb07142" providerId="LiveId" clId="{4E011E22-13C1-4DC0-955A-62CF1219C210}" dt="2024-04-17T16:05:37.260" v="28" actId="478"/>
          <ac:spMkLst>
            <pc:docMk/>
            <pc:sldMk cId="4092421255" sldId="259"/>
            <ac:spMk id="51" creationId="{0315503C-4C47-4E5E-A01E-3958471F84BE}"/>
          </ac:spMkLst>
        </pc:spChg>
        <pc:spChg chg="del">
          <ac:chgData name="Oriol puig i Carreró" userId="aba7334eafb07142" providerId="LiveId" clId="{4E011E22-13C1-4DC0-955A-62CF1219C210}" dt="2024-04-17T16:05:35.815" v="27" actId="478"/>
          <ac:spMkLst>
            <pc:docMk/>
            <pc:sldMk cId="4092421255" sldId="259"/>
            <ac:spMk id="52" creationId="{26C79082-74F0-4AC4-B0F3-1B90034C8813}"/>
          </ac:spMkLst>
        </pc:spChg>
        <pc:spChg chg="mod topLvl">
          <ac:chgData name="Oriol puig i Carreró" userId="aba7334eafb07142" providerId="LiveId" clId="{4E011E22-13C1-4DC0-955A-62CF1219C210}" dt="2024-04-17T18:47:47.649" v="1633" actId="14100"/>
          <ac:spMkLst>
            <pc:docMk/>
            <pc:sldMk cId="4092421255" sldId="259"/>
            <ac:spMk id="84" creationId="{5517C826-C471-4169-9892-EEBF4B4D8645}"/>
          </ac:spMkLst>
        </pc:spChg>
        <pc:grpChg chg="del">
          <ac:chgData name="Oriol puig i Carreró" userId="aba7334eafb07142" providerId="LiveId" clId="{4E011E22-13C1-4DC0-955A-62CF1219C210}" dt="2024-04-17T16:05:37.260" v="28" actId="478"/>
          <ac:grpSpMkLst>
            <pc:docMk/>
            <pc:sldMk cId="4092421255" sldId="259"/>
            <ac:grpSpMk id="9" creationId="{A8D036FC-A71A-4362-9029-CA4004AEC69C}"/>
          </ac:grpSpMkLst>
        </pc:grpChg>
        <pc:grpChg chg="add del mod">
          <ac:chgData name="Oriol puig i Carreró" userId="aba7334eafb07142" providerId="LiveId" clId="{4E011E22-13C1-4DC0-955A-62CF1219C210}" dt="2024-04-17T18:47:41.170" v="1632" actId="1076"/>
          <ac:grpSpMkLst>
            <pc:docMk/>
            <pc:sldMk cId="4092421255" sldId="259"/>
            <ac:grpSpMk id="11" creationId="{095571C6-E78B-432E-820B-E4F5E4306FBF}"/>
          </ac:grpSpMkLst>
        </pc:grpChg>
        <pc:grpChg chg="add mod">
          <ac:chgData name="Oriol puig i Carreró" userId="aba7334eafb07142" providerId="LiveId" clId="{4E011E22-13C1-4DC0-955A-62CF1219C210}" dt="2024-04-17T16:28:56.963" v="1350" actId="571"/>
          <ac:grpSpMkLst>
            <pc:docMk/>
            <pc:sldMk cId="4092421255" sldId="259"/>
            <ac:grpSpMk id="29" creationId="{3BD0B7EA-2BCF-B8DD-A0BA-0F1230FCF15F}"/>
          </ac:grpSpMkLst>
        </pc:grpChg>
        <pc:picChg chg="del mod">
          <ac:chgData name="Oriol puig i Carreró" userId="aba7334eafb07142" providerId="LiveId" clId="{4E011E22-13C1-4DC0-955A-62CF1219C210}" dt="2024-04-17T16:15:20.548" v="246" actId="478"/>
          <ac:picMkLst>
            <pc:docMk/>
            <pc:sldMk cId="4092421255" sldId="259"/>
            <ac:picMk id="5" creationId="{5F8A0F63-609C-BFCF-E8B7-096A79C13174}"/>
          </ac:picMkLst>
        </pc:picChg>
        <pc:picChg chg="add mod">
          <ac:chgData name="Oriol puig i Carreró" userId="aba7334eafb07142" providerId="LiveId" clId="{4E011E22-13C1-4DC0-955A-62CF1219C210}" dt="2024-04-17T18:44:45.060" v="1529" actId="1076"/>
          <ac:picMkLst>
            <pc:docMk/>
            <pc:sldMk cId="4092421255" sldId="259"/>
            <ac:picMk id="28" creationId="{5E686B10-5B0E-8B34-AF5E-3C64E901CC9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555DE61D-30EF-4C9B-8D44-E691F32398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68B3DF-723E-432F-969B-97B388C9E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C114E11-6517-407F-9F50-C933372323B7}" type="datetime1">
              <a:rPr lang="es-ES" smtClean="0"/>
              <a:t>17/04/2024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D9C936-9EF8-46A3-B2D4-DE8362A54E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E9F7898E-02B9-4C24-8F47-60A833CD36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723B91B-56FA-44FF-A036-17B4166BAD1A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72503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2D40D5-EE02-4382-BCAA-A6775A6E0F1C}" type="datetime1">
              <a:rPr lang="es-ES" noProof="0" smtClean="0"/>
              <a:t>17/04/2024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48DEA9-6F4F-4540-9E5D-C6F39079AF7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F48DEA9-6F4F-4540-9E5D-C6F39079AF72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463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F48DEA9-6F4F-4540-9E5D-C6F39079AF7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013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9AFCD-CC86-4465-AD95-85D2B934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ca-ES" noProof="0"/>
              <a:t>Feu clic aquí per editar l'estil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607509-85B2-495C-82A8-989CA9862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ca-ES" noProof="0"/>
              <a:t>Feu clic aquí per editar l'estil de subtítols del patró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AB0AA9-8E90-484A-ADD9-31AA1A5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4302EE-FBF2-45D6-A620-5BD020C70B47}" type="datetime1">
              <a:rPr lang="es-ES" noProof="0" smtClean="0"/>
              <a:t>17/04/2024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78E9EE-6889-428D-B6A1-8BAC3E3F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Su logotipo va aquí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E1D2A5-6CD9-436C-958A-CC73AA34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D50806-BABF-4915-9689-3B9956D1C75C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6556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8F3-6311-4BBF-9C0A-1ADA7A27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997196"/>
          </a:xfrm>
        </p:spPr>
        <p:txBody>
          <a:bodyPr lIns="0" tIns="0" rIns="0" bIns="0" rtlCol="0" anchor="t">
            <a:spAutoFit/>
          </a:bodyPr>
          <a:lstStyle>
            <a:lvl1pPr algn="ctr">
              <a:defRPr sz="36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a-ES" noProof="0"/>
              <a:t>Feu clic aquí per editar l'estil</a:t>
            </a:r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86F3C5-5D77-43F9-92A6-DE0777BB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 rtlCol="0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Su logotipo va aquí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B4FB46-0511-4A20-A9DA-85B06B5DF611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83AD1-0683-4B68-832E-79E5AC88DF1C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0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EB2F141-1AB9-4751-90A0-65BD481D8563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ED94255E-A54B-4118-B827-E0382D3A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589475"/>
            <a:ext cx="428625" cy="365125"/>
          </a:xfrm>
        </p:spPr>
        <p:txBody>
          <a:bodyPr rtlCol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rtl="0"/>
            <a:fld id="{0FD50806-BABF-4915-9689-3B9956D1C75C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33619BB-9A09-40D9-A9F1-A026ABABCFBF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606B9428-3B49-42EA-ACD3-FF049EF21512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A069E56F-ACCE-4A35-B24D-58EA37E4CEA1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5465AED1-A4C5-416C-90F3-39CC10CEEAF1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411431DD-99C5-48BB-92EB-730E9F76D556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382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3">
            <a:extLst>
              <a:ext uri="{FF2B5EF4-FFF2-40B4-BE49-F238E27FC236}">
                <a16:creationId xmlns:a16="http://schemas.microsoft.com/office/drawing/2014/main" id="{F7129C65-954E-43EB-9F6A-C97D1F5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 rtlCol="0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Su logotipo va aquí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C9F7F1-EEC7-46BD-A1BF-A84E2080AB06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D697E84-B24C-45E1-B5E2-2055DC460E2B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0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A86CD30-C1F7-4F1C-A2BE-296375984BEE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4" name="Marcador de número de diapositiva 4">
            <a:extLst>
              <a:ext uri="{FF2B5EF4-FFF2-40B4-BE49-F238E27FC236}">
                <a16:creationId xmlns:a16="http://schemas.microsoft.com/office/drawing/2014/main" id="{CBA262D7-A96F-4408-8F02-4886014B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589475"/>
            <a:ext cx="419100" cy="365125"/>
          </a:xfrm>
        </p:spPr>
        <p:txBody>
          <a:bodyPr rtlCol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 rtl="0"/>
            <a:fld id="{0FD50806-BABF-4915-9689-3B9956D1C75C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5309FA6-F672-455E-955D-B63C2E15B767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14FEBCF0-94B1-404B-8C9F-2DCA574C8B2D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A76D0EC6-9588-45EE-90D4-6E4C69D39683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987DA7BA-10C8-4993-9A03-3A5333A3916C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19BB0092-77B4-406B-A737-5C223E99A5A5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38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79759117-0F16-48ED-9718-C5D0984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AB745ED-7A57-4683-810C-5E500392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65B1BF-AD50-4239-805D-33B3AEE52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6D2D066-1020-4811-B6CD-DDC28AF1E6E0}" type="datetime1">
              <a:rPr lang="es-ES" noProof="0" smtClean="0"/>
              <a:t>17/04/2024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79871-3CD6-4A1B-A275-2552C7E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Su logotipo va aquí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081636-41B2-41A0-9EEE-E0104F88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FD50806-BABF-4915-9689-3B9956D1C75C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166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upo 104" descr="Icono de un teléfono móvil ">
            <a:extLst>
              <a:ext uri="{FF2B5EF4-FFF2-40B4-BE49-F238E27FC236}">
                <a16:creationId xmlns:a16="http://schemas.microsoft.com/office/drawing/2014/main" id="{EE20E74C-F138-4B1C-96C5-27185C81574E}"/>
              </a:ext>
            </a:extLst>
          </p:cNvPr>
          <p:cNvGrpSpPr/>
          <p:nvPr/>
        </p:nvGrpSpPr>
        <p:grpSpPr>
          <a:xfrm>
            <a:off x="7323719" y="3367615"/>
            <a:ext cx="148718" cy="193653"/>
            <a:chOff x="7373011" y="2614988"/>
            <a:chExt cx="220663" cy="287338"/>
          </a:xfrm>
          <a:solidFill>
            <a:schemeClr val="bg1"/>
          </a:solidFill>
        </p:grpSpPr>
        <p:sp>
          <p:nvSpPr>
            <p:cNvPr id="78" name="Forma libre 1497">
              <a:extLst>
                <a:ext uri="{FF2B5EF4-FFF2-40B4-BE49-F238E27FC236}">
                  <a16:creationId xmlns:a16="http://schemas.microsoft.com/office/drawing/2014/main" id="{9CD6E5E9-E393-4CC4-B4DE-3FFEC7009F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73011" y="2614988"/>
              <a:ext cx="220663" cy="287338"/>
            </a:xfrm>
            <a:custGeom>
              <a:avLst/>
              <a:gdLst>
                <a:gd name="T0" fmla="*/ 91 w 695"/>
                <a:gd name="T1" fmla="*/ 120 h 906"/>
                <a:gd name="T2" fmla="*/ 347 w 695"/>
                <a:gd name="T3" fmla="*/ 845 h 906"/>
                <a:gd name="T4" fmla="*/ 322 w 695"/>
                <a:gd name="T5" fmla="*/ 837 h 906"/>
                <a:gd name="T6" fmla="*/ 305 w 695"/>
                <a:gd name="T7" fmla="*/ 817 h 906"/>
                <a:gd name="T8" fmla="*/ 303 w 695"/>
                <a:gd name="T9" fmla="*/ 791 h 906"/>
                <a:gd name="T10" fmla="*/ 315 w 695"/>
                <a:gd name="T11" fmla="*/ 767 h 906"/>
                <a:gd name="T12" fmla="*/ 339 w 695"/>
                <a:gd name="T13" fmla="*/ 755 h 906"/>
                <a:gd name="T14" fmla="*/ 365 w 695"/>
                <a:gd name="T15" fmla="*/ 759 h 906"/>
                <a:gd name="T16" fmla="*/ 385 w 695"/>
                <a:gd name="T17" fmla="*/ 774 h 906"/>
                <a:gd name="T18" fmla="*/ 393 w 695"/>
                <a:gd name="T19" fmla="*/ 799 h 906"/>
                <a:gd name="T20" fmla="*/ 385 w 695"/>
                <a:gd name="T21" fmla="*/ 825 h 906"/>
                <a:gd name="T22" fmla="*/ 365 w 695"/>
                <a:gd name="T23" fmla="*/ 842 h 906"/>
                <a:gd name="T24" fmla="*/ 347 w 695"/>
                <a:gd name="T25" fmla="*/ 53 h 906"/>
                <a:gd name="T26" fmla="*/ 360 w 695"/>
                <a:gd name="T27" fmla="*/ 57 h 906"/>
                <a:gd name="T28" fmla="*/ 368 w 695"/>
                <a:gd name="T29" fmla="*/ 67 h 906"/>
                <a:gd name="T30" fmla="*/ 370 w 695"/>
                <a:gd name="T31" fmla="*/ 80 h 906"/>
                <a:gd name="T32" fmla="*/ 363 w 695"/>
                <a:gd name="T33" fmla="*/ 91 h 906"/>
                <a:gd name="T34" fmla="*/ 352 w 695"/>
                <a:gd name="T35" fmla="*/ 98 h 906"/>
                <a:gd name="T36" fmla="*/ 339 w 695"/>
                <a:gd name="T37" fmla="*/ 96 h 906"/>
                <a:gd name="T38" fmla="*/ 329 w 695"/>
                <a:gd name="T39" fmla="*/ 88 h 906"/>
                <a:gd name="T40" fmla="*/ 325 w 695"/>
                <a:gd name="T41" fmla="*/ 76 h 906"/>
                <a:gd name="T42" fmla="*/ 329 w 695"/>
                <a:gd name="T43" fmla="*/ 63 h 906"/>
                <a:gd name="T44" fmla="*/ 339 w 695"/>
                <a:gd name="T45" fmla="*/ 55 h 906"/>
                <a:gd name="T46" fmla="*/ 347 w 695"/>
                <a:gd name="T47" fmla="*/ 53 h 906"/>
                <a:gd name="T48" fmla="*/ 82 w 695"/>
                <a:gd name="T49" fmla="*/ 1 h 906"/>
                <a:gd name="T50" fmla="*/ 55 w 695"/>
                <a:gd name="T51" fmla="*/ 7 h 906"/>
                <a:gd name="T52" fmla="*/ 33 w 695"/>
                <a:gd name="T53" fmla="*/ 21 h 906"/>
                <a:gd name="T54" fmla="*/ 16 w 695"/>
                <a:gd name="T55" fmla="*/ 39 h 906"/>
                <a:gd name="T56" fmla="*/ 5 w 695"/>
                <a:gd name="T57" fmla="*/ 64 h 906"/>
                <a:gd name="T58" fmla="*/ 0 w 695"/>
                <a:gd name="T59" fmla="*/ 90 h 906"/>
                <a:gd name="T60" fmla="*/ 2 w 695"/>
                <a:gd name="T61" fmla="*/ 833 h 906"/>
                <a:gd name="T62" fmla="*/ 11 w 695"/>
                <a:gd name="T63" fmla="*/ 858 h 906"/>
                <a:gd name="T64" fmla="*/ 27 w 695"/>
                <a:gd name="T65" fmla="*/ 879 h 906"/>
                <a:gd name="T66" fmla="*/ 48 w 695"/>
                <a:gd name="T67" fmla="*/ 895 h 906"/>
                <a:gd name="T68" fmla="*/ 73 w 695"/>
                <a:gd name="T69" fmla="*/ 903 h 906"/>
                <a:gd name="T70" fmla="*/ 604 w 695"/>
                <a:gd name="T71" fmla="*/ 906 h 906"/>
                <a:gd name="T72" fmla="*/ 631 w 695"/>
                <a:gd name="T73" fmla="*/ 901 h 906"/>
                <a:gd name="T74" fmla="*/ 655 w 695"/>
                <a:gd name="T75" fmla="*/ 890 h 906"/>
                <a:gd name="T76" fmla="*/ 674 w 695"/>
                <a:gd name="T77" fmla="*/ 872 h 906"/>
                <a:gd name="T78" fmla="*/ 687 w 695"/>
                <a:gd name="T79" fmla="*/ 850 h 906"/>
                <a:gd name="T80" fmla="*/ 694 w 695"/>
                <a:gd name="T81" fmla="*/ 824 h 906"/>
                <a:gd name="T82" fmla="*/ 694 w 695"/>
                <a:gd name="T83" fmla="*/ 82 h 906"/>
                <a:gd name="T84" fmla="*/ 687 w 695"/>
                <a:gd name="T85" fmla="*/ 55 h 906"/>
                <a:gd name="T86" fmla="*/ 674 w 695"/>
                <a:gd name="T87" fmla="*/ 33 h 906"/>
                <a:gd name="T88" fmla="*/ 655 w 695"/>
                <a:gd name="T89" fmla="*/ 15 h 906"/>
                <a:gd name="T90" fmla="*/ 631 w 695"/>
                <a:gd name="T91" fmla="*/ 4 h 906"/>
                <a:gd name="T92" fmla="*/ 604 w 695"/>
                <a:gd name="T93" fmla="*/ 0 h 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95" h="906">
                  <a:moveTo>
                    <a:pt x="604" y="724"/>
                  </a:moveTo>
                  <a:lnTo>
                    <a:pt x="91" y="724"/>
                  </a:lnTo>
                  <a:lnTo>
                    <a:pt x="91" y="120"/>
                  </a:lnTo>
                  <a:lnTo>
                    <a:pt x="604" y="120"/>
                  </a:lnTo>
                  <a:lnTo>
                    <a:pt x="604" y="724"/>
                  </a:lnTo>
                  <a:close/>
                  <a:moveTo>
                    <a:pt x="347" y="845"/>
                  </a:moveTo>
                  <a:lnTo>
                    <a:pt x="339" y="844"/>
                  </a:lnTo>
                  <a:lnTo>
                    <a:pt x="330" y="842"/>
                  </a:lnTo>
                  <a:lnTo>
                    <a:pt x="322" y="837"/>
                  </a:lnTo>
                  <a:lnTo>
                    <a:pt x="315" y="832"/>
                  </a:lnTo>
                  <a:lnTo>
                    <a:pt x="310" y="825"/>
                  </a:lnTo>
                  <a:lnTo>
                    <a:pt x="305" y="817"/>
                  </a:lnTo>
                  <a:lnTo>
                    <a:pt x="303" y="809"/>
                  </a:lnTo>
                  <a:lnTo>
                    <a:pt x="302" y="799"/>
                  </a:lnTo>
                  <a:lnTo>
                    <a:pt x="303" y="791"/>
                  </a:lnTo>
                  <a:lnTo>
                    <a:pt x="305" y="782"/>
                  </a:lnTo>
                  <a:lnTo>
                    <a:pt x="310" y="774"/>
                  </a:lnTo>
                  <a:lnTo>
                    <a:pt x="315" y="767"/>
                  </a:lnTo>
                  <a:lnTo>
                    <a:pt x="322" y="762"/>
                  </a:lnTo>
                  <a:lnTo>
                    <a:pt x="330" y="759"/>
                  </a:lnTo>
                  <a:lnTo>
                    <a:pt x="339" y="755"/>
                  </a:lnTo>
                  <a:lnTo>
                    <a:pt x="347" y="754"/>
                  </a:lnTo>
                  <a:lnTo>
                    <a:pt x="356" y="755"/>
                  </a:lnTo>
                  <a:lnTo>
                    <a:pt x="365" y="759"/>
                  </a:lnTo>
                  <a:lnTo>
                    <a:pt x="373" y="762"/>
                  </a:lnTo>
                  <a:lnTo>
                    <a:pt x="380" y="767"/>
                  </a:lnTo>
                  <a:lnTo>
                    <a:pt x="385" y="774"/>
                  </a:lnTo>
                  <a:lnTo>
                    <a:pt x="389" y="782"/>
                  </a:lnTo>
                  <a:lnTo>
                    <a:pt x="392" y="791"/>
                  </a:lnTo>
                  <a:lnTo>
                    <a:pt x="393" y="799"/>
                  </a:lnTo>
                  <a:lnTo>
                    <a:pt x="392" y="809"/>
                  </a:lnTo>
                  <a:lnTo>
                    <a:pt x="389" y="817"/>
                  </a:lnTo>
                  <a:lnTo>
                    <a:pt x="385" y="825"/>
                  </a:lnTo>
                  <a:lnTo>
                    <a:pt x="380" y="832"/>
                  </a:lnTo>
                  <a:lnTo>
                    <a:pt x="373" y="837"/>
                  </a:lnTo>
                  <a:lnTo>
                    <a:pt x="365" y="842"/>
                  </a:lnTo>
                  <a:lnTo>
                    <a:pt x="356" y="844"/>
                  </a:lnTo>
                  <a:lnTo>
                    <a:pt x="347" y="845"/>
                  </a:lnTo>
                  <a:close/>
                  <a:moveTo>
                    <a:pt x="347" y="53"/>
                  </a:moveTo>
                  <a:lnTo>
                    <a:pt x="352" y="53"/>
                  </a:lnTo>
                  <a:lnTo>
                    <a:pt x="356" y="55"/>
                  </a:lnTo>
                  <a:lnTo>
                    <a:pt x="360" y="57"/>
                  </a:lnTo>
                  <a:lnTo>
                    <a:pt x="363" y="59"/>
                  </a:lnTo>
                  <a:lnTo>
                    <a:pt x="366" y="63"/>
                  </a:lnTo>
                  <a:lnTo>
                    <a:pt x="368" y="67"/>
                  </a:lnTo>
                  <a:lnTo>
                    <a:pt x="370" y="70"/>
                  </a:lnTo>
                  <a:lnTo>
                    <a:pt x="370" y="76"/>
                  </a:lnTo>
                  <a:lnTo>
                    <a:pt x="370" y="80"/>
                  </a:lnTo>
                  <a:lnTo>
                    <a:pt x="368" y="85"/>
                  </a:lnTo>
                  <a:lnTo>
                    <a:pt x="366" y="88"/>
                  </a:lnTo>
                  <a:lnTo>
                    <a:pt x="363" y="91"/>
                  </a:lnTo>
                  <a:lnTo>
                    <a:pt x="360" y="95"/>
                  </a:lnTo>
                  <a:lnTo>
                    <a:pt x="356" y="96"/>
                  </a:lnTo>
                  <a:lnTo>
                    <a:pt x="352" y="98"/>
                  </a:lnTo>
                  <a:lnTo>
                    <a:pt x="347" y="98"/>
                  </a:lnTo>
                  <a:lnTo>
                    <a:pt x="343" y="98"/>
                  </a:lnTo>
                  <a:lnTo>
                    <a:pt x="339" y="96"/>
                  </a:lnTo>
                  <a:lnTo>
                    <a:pt x="335" y="95"/>
                  </a:lnTo>
                  <a:lnTo>
                    <a:pt x="331" y="91"/>
                  </a:lnTo>
                  <a:lnTo>
                    <a:pt x="329" y="88"/>
                  </a:lnTo>
                  <a:lnTo>
                    <a:pt x="326" y="85"/>
                  </a:lnTo>
                  <a:lnTo>
                    <a:pt x="325" y="80"/>
                  </a:lnTo>
                  <a:lnTo>
                    <a:pt x="325" y="76"/>
                  </a:lnTo>
                  <a:lnTo>
                    <a:pt x="325" y="70"/>
                  </a:lnTo>
                  <a:lnTo>
                    <a:pt x="326" y="67"/>
                  </a:lnTo>
                  <a:lnTo>
                    <a:pt x="329" y="63"/>
                  </a:lnTo>
                  <a:lnTo>
                    <a:pt x="331" y="59"/>
                  </a:lnTo>
                  <a:lnTo>
                    <a:pt x="335" y="57"/>
                  </a:lnTo>
                  <a:lnTo>
                    <a:pt x="339" y="55"/>
                  </a:lnTo>
                  <a:lnTo>
                    <a:pt x="343" y="54"/>
                  </a:lnTo>
                  <a:lnTo>
                    <a:pt x="347" y="53"/>
                  </a:lnTo>
                  <a:lnTo>
                    <a:pt x="347" y="53"/>
                  </a:lnTo>
                  <a:close/>
                  <a:moveTo>
                    <a:pt x="604" y="0"/>
                  </a:moveTo>
                  <a:lnTo>
                    <a:pt x="91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7"/>
                  </a:lnTo>
                  <a:lnTo>
                    <a:pt x="48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7" y="26"/>
                  </a:lnTo>
                  <a:lnTo>
                    <a:pt x="21" y="33"/>
                  </a:lnTo>
                  <a:lnTo>
                    <a:pt x="16" y="39"/>
                  </a:lnTo>
                  <a:lnTo>
                    <a:pt x="11" y="47"/>
                  </a:lnTo>
                  <a:lnTo>
                    <a:pt x="8" y="55"/>
                  </a:lnTo>
                  <a:lnTo>
                    <a:pt x="5" y="64"/>
                  </a:lnTo>
                  <a:lnTo>
                    <a:pt x="2" y="73"/>
                  </a:lnTo>
                  <a:lnTo>
                    <a:pt x="1" y="82"/>
                  </a:lnTo>
                  <a:lnTo>
                    <a:pt x="0" y="90"/>
                  </a:lnTo>
                  <a:lnTo>
                    <a:pt x="0" y="815"/>
                  </a:lnTo>
                  <a:lnTo>
                    <a:pt x="1" y="824"/>
                  </a:lnTo>
                  <a:lnTo>
                    <a:pt x="2" y="833"/>
                  </a:lnTo>
                  <a:lnTo>
                    <a:pt x="5" y="842"/>
                  </a:lnTo>
                  <a:lnTo>
                    <a:pt x="8" y="850"/>
                  </a:lnTo>
                  <a:lnTo>
                    <a:pt x="11" y="858"/>
                  </a:lnTo>
                  <a:lnTo>
                    <a:pt x="16" y="866"/>
                  </a:lnTo>
                  <a:lnTo>
                    <a:pt x="21" y="872"/>
                  </a:lnTo>
                  <a:lnTo>
                    <a:pt x="27" y="879"/>
                  </a:lnTo>
                  <a:lnTo>
                    <a:pt x="33" y="885"/>
                  </a:lnTo>
                  <a:lnTo>
                    <a:pt x="40" y="890"/>
                  </a:lnTo>
                  <a:lnTo>
                    <a:pt x="48" y="895"/>
                  </a:lnTo>
                  <a:lnTo>
                    <a:pt x="55" y="898"/>
                  </a:lnTo>
                  <a:lnTo>
                    <a:pt x="64" y="901"/>
                  </a:lnTo>
                  <a:lnTo>
                    <a:pt x="73" y="903"/>
                  </a:lnTo>
                  <a:lnTo>
                    <a:pt x="82" y="905"/>
                  </a:lnTo>
                  <a:lnTo>
                    <a:pt x="91" y="906"/>
                  </a:lnTo>
                  <a:lnTo>
                    <a:pt x="604" y="906"/>
                  </a:lnTo>
                  <a:lnTo>
                    <a:pt x="613" y="905"/>
                  </a:lnTo>
                  <a:lnTo>
                    <a:pt x="622" y="903"/>
                  </a:lnTo>
                  <a:lnTo>
                    <a:pt x="631" y="901"/>
                  </a:lnTo>
                  <a:lnTo>
                    <a:pt x="639" y="898"/>
                  </a:lnTo>
                  <a:lnTo>
                    <a:pt x="647" y="895"/>
                  </a:lnTo>
                  <a:lnTo>
                    <a:pt x="655" y="890"/>
                  </a:lnTo>
                  <a:lnTo>
                    <a:pt x="662" y="885"/>
                  </a:lnTo>
                  <a:lnTo>
                    <a:pt x="668" y="879"/>
                  </a:lnTo>
                  <a:lnTo>
                    <a:pt x="674" y="872"/>
                  </a:lnTo>
                  <a:lnTo>
                    <a:pt x="679" y="866"/>
                  </a:lnTo>
                  <a:lnTo>
                    <a:pt x="684" y="858"/>
                  </a:lnTo>
                  <a:lnTo>
                    <a:pt x="687" y="850"/>
                  </a:lnTo>
                  <a:lnTo>
                    <a:pt x="690" y="842"/>
                  </a:lnTo>
                  <a:lnTo>
                    <a:pt x="693" y="833"/>
                  </a:lnTo>
                  <a:lnTo>
                    <a:pt x="694" y="824"/>
                  </a:lnTo>
                  <a:lnTo>
                    <a:pt x="695" y="815"/>
                  </a:lnTo>
                  <a:lnTo>
                    <a:pt x="695" y="90"/>
                  </a:lnTo>
                  <a:lnTo>
                    <a:pt x="694" y="82"/>
                  </a:lnTo>
                  <a:lnTo>
                    <a:pt x="693" y="73"/>
                  </a:lnTo>
                  <a:lnTo>
                    <a:pt x="690" y="64"/>
                  </a:lnTo>
                  <a:lnTo>
                    <a:pt x="687" y="55"/>
                  </a:lnTo>
                  <a:lnTo>
                    <a:pt x="684" y="47"/>
                  </a:lnTo>
                  <a:lnTo>
                    <a:pt x="679" y="39"/>
                  </a:lnTo>
                  <a:lnTo>
                    <a:pt x="674" y="33"/>
                  </a:lnTo>
                  <a:lnTo>
                    <a:pt x="668" y="26"/>
                  </a:lnTo>
                  <a:lnTo>
                    <a:pt x="662" y="21"/>
                  </a:lnTo>
                  <a:lnTo>
                    <a:pt x="655" y="15"/>
                  </a:lnTo>
                  <a:lnTo>
                    <a:pt x="647" y="11"/>
                  </a:lnTo>
                  <a:lnTo>
                    <a:pt x="639" y="7"/>
                  </a:lnTo>
                  <a:lnTo>
                    <a:pt x="631" y="4"/>
                  </a:lnTo>
                  <a:lnTo>
                    <a:pt x="622" y="2"/>
                  </a:lnTo>
                  <a:lnTo>
                    <a:pt x="613" y="1"/>
                  </a:lnTo>
                  <a:lnTo>
                    <a:pt x="604" y="0"/>
                  </a:lnTo>
                  <a:lnTo>
                    <a:pt x="604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79" name="Rectángulo 1498">
              <a:extLst>
                <a:ext uri="{FF2B5EF4-FFF2-40B4-BE49-F238E27FC236}">
                  <a16:creationId xmlns:a16="http://schemas.microsoft.com/office/drawing/2014/main" id="{150C2D72-B2E7-4BBC-B0B5-F2D067258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749" y="26816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80" name="Rectángulo 1499">
              <a:extLst>
                <a:ext uri="{FF2B5EF4-FFF2-40B4-BE49-F238E27FC236}">
                  <a16:creationId xmlns:a16="http://schemas.microsoft.com/office/drawing/2014/main" id="{88442823-0A9F-4F87-BC4E-67C185B4D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9849" y="26816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81" name="Rectángulo 1500">
              <a:extLst>
                <a:ext uri="{FF2B5EF4-FFF2-40B4-BE49-F238E27FC236}">
                  <a16:creationId xmlns:a16="http://schemas.microsoft.com/office/drawing/2014/main" id="{BB8E522F-6C5D-4BEC-99C9-595B4D9E9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7949" y="26816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82" name="Rectángulo 1501">
              <a:extLst>
                <a:ext uri="{FF2B5EF4-FFF2-40B4-BE49-F238E27FC236}">
                  <a16:creationId xmlns:a16="http://schemas.microsoft.com/office/drawing/2014/main" id="{6D136E7B-C62D-4BAB-A634-DE7494571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749" y="27197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83" name="Rectángulo 1502">
              <a:extLst>
                <a:ext uri="{FF2B5EF4-FFF2-40B4-BE49-F238E27FC236}">
                  <a16:creationId xmlns:a16="http://schemas.microsoft.com/office/drawing/2014/main" id="{FB61B270-9A62-4EAD-B6D2-E4BFE8F28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9849" y="27197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84" name="Rectángulo 1503">
              <a:extLst>
                <a:ext uri="{FF2B5EF4-FFF2-40B4-BE49-F238E27FC236}">
                  <a16:creationId xmlns:a16="http://schemas.microsoft.com/office/drawing/2014/main" id="{347D01A0-04AC-4D15-BA2B-F70FFF894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7949" y="27197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85" name="Rectángulo 1504">
              <a:extLst>
                <a:ext uri="{FF2B5EF4-FFF2-40B4-BE49-F238E27FC236}">
                  <a16:creationId xmlns:a16="http://schemas.microsoft.com/office/drawing/2014/main" id="{30C95C53-B2B8-4402-9B94-69787A1A5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749" y="27578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86" name="Rectángulo 1505">
              <a:extLst>
                <a:ext uri="{FF2B5EF4-FFF2-40B4-BE49-F238E27FC236}">
                  <a16:creationId xmlns:a16="http://schemas.microsoft.com/office/drawing/2014/main" id="{8AEFF552-DCE8-4A42-88F7-71DFCD8B6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9849" y="27578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06" name="Grupo 105" descr="Icono de dinero.">
            <a:extLst>
              <a:ext uri="{FF2B5EF4-FFF2-40B4-BE49-F238E27FC236}">
                <a16:creationId xmlns:a16="http://schemas.microsoft.com/office/drawing/2014/main" id="{A4A35B14-3715-48C8-9730-1D1868229087}"/>
              </a:ext>
            </a:extLst>
          </p:cNvPr>
          <p:cNvGrpSpPr/>
          <p:nvPr/>
        </p:nvGrpSpPr>
        <p:grpSpPr>
          <a:xfrm>
            <a:off x="7306040" y="4029772"/>
            <a:ext cx="165086" cy="166002"/>
            <a:chOff x="7340467" y="3286760"/>
            <a:chExt cx="285750" cy="287338"/>
          </a:xfrm>
          <a:solidFill>
            <a:schemeClr val="bg1"/>
          </a:solidFill>
        </p:grpSpPr>
        <p:sp>
          <p:nvSpPr>
            <p:cNvPr id="88" name="Forma libre 497">
              <a:extLst>
                <a:ext uri="{FF2B5EF4-FFF2-40B4-BE49-F238E27FC236}">
                  <a16:creationId xmlns:a16="http://schemas.microsoft.com/office/drawing/2014/main" id="{6C8000C0-4BCC-428D-B1D1-6B0FC229F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0467" y="3286760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89" name="Forma libre 498">
              <a:extLst>
                <a:ext uri="{FF2B5EF4-FFF2-40B4-BE49-F238E27FC236}">
                  <a16:creationId xmlns:a16="http://schemas.microsoft.com/office/drawing/2014/main" id="{94533016-01AC-41FD-981F-0EEB95037E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69042" y="3315335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90" name="Forma libre 499">
              <a:extLst>
                <a:ext uri="{FF2B5EF4-FFF2-40B4-BE49-F238E27FC236}">
                  <a16:creationId xmlns:a16="http://schemas.microsoft.com/office/drawing/2014/main" id="{18D20582-D9F5-4371-9367-FE7438ECC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540760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91" name="Forma libre 500">
              <a:extLst>
                <a:ext uri="{FF2B5EF4-FFF2-40B4-BE49-F238E27FC236}">
                  <a16:creationId xmlns:a16="http://schemas.microsoft.com/office/drawing/2014/main" id="{AC22F1EB-A4A0-4623-9E12-54168653B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16935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92" name="Forma libre 501">
              <a:extLst>
                <a:ext uri="{FF2B5EF4-FFF2-40B4-BE49-F238E27FC236}">
                  <a16:creationId xmlns:a16="http://schemas.microsoft.com/office/drawing/2014/main" id="{C1BF36D6-63EB-487B-AD77-81E4FA57E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4551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93" name="Forma libre 502">
              <a:extLst>
                <a:ext uri="{FF2B5EF4-FFF2-40B4-BE49-F238E27FC236}">
                  <a16:creationId xmlns:a16="http://schemas.microsoft.com/office/drawing/2014/main" id="{05D1A218-522B-4C34-8F2E-0675136BF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516947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94" name="Forma libre 503">
              <a:extLst>
                <a:ext uri="{FF2B5EF4-FFF2-40B4-BE49-F238E27FC236}">
                  <a16:creationId xmlns:a16="http://schemas.microsoft.com/office/drawing/2014/main" id="{55B2B211-7880-45A9-B93C-1B72B6E1F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9313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  <p:sp>
          <p:nvSpPr>
            <p:cNvPr id="95" name="Forma libre 504">
              <a:extLst>
                <a:ext uri="{FF2B5EF4-FFF2-40B4-BE49-F238E27FC236}">
                  <a16:creationId xmlns:a16="http://schemas.microsoft.com/office/drawing/2014/main" id="{037D0543-1DEC-469B-9CD8-510654404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69322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600" dirty="0">
                <a:solidFill>
                  <a:schemeClr val="lt1"/>
                </a:solidFill>
              </a:endParaRPr>
            </a:p>
          </p:txBody>
        </p:sp>
      </p:grpSp>
      <p:sp>
        <p:nvSpPr>
          <p:cNvPr id="104" name="Forma libre 4404" descr="Este es el icono de un reloj de arena.">
            <a:extLst>
              <a:ext uri="{FF2B5EF4-FFF2-40B4-BE49-F238E27FC236}">
                <a16:creationId xmlns:a16="http://schemas.microsoft.com/office/drawing/2014/main" id="{DF91D015-C26B-4016-9D8E-A4F27E7BBD97}"/>
              </a:ext>
            </a:extLst>
          </p:cNvPr>
          <p:cNvSpPr>
            <a:spLocks noEditPoints="1"/>
          </p:cNvSpPr>
          <p:nvPr/>
        </p:nvSpPr>
        <p:spPr bwMode="auto">
          <a:xfrm>
            <a:off x="7310461" y="5371530"/>
            <a:ext cx="156245" cy="213495"/>
          </a:xfrm>
          <a:custGeom>
            <a:avLst/>
            <a:gdLst>
              <a:gd name="T0" fmla="*/ 337 w 658"/>
              <a:gd name="T1" fmla="*/ 615 h 896"/>
              <a:gd name="T2" fmla="*/ 327 w 658"/>
              <a:gd name="T3" fmla="*/ 613 h 896"/>
              <a:gd name="T4" fmla="*/ 219 w 658"/>
              <a:gd name="T5" fmla="*/ 717 h 896"/>
              <a:gd name="T6" fmla="*/ 106 w 658"/>
              <a:gd name="T7" fmla="*/ 664 h 896"/>
              <a:gd name="T8" fmla="*/ 115 w 658"/>
              <a:gd name="T9" fmla="*/ 619 h 896"/>
              <a:gd name="T10" fmla="*/ 143 w 658"/>
              <a:gd name="T11" fmla="*/ 562 h 896"/>
              <a:gd name="T12" fmla="*/ 203 w 658"/>
              <a:gd name="T13" fmla="*/ 501 h 896"/>
              <a:gd name="T14" fmla="*/ 261 w 658"/>
              <a:gd name="T15" fmla="*/ 473 h 896"/>
              <a:gd name="T16" fmla="*/ 306 w 658"/>
              <a:gd name="T17" fmla="*/ 464 h 896"/>
              <a:gd name="T18" fmla="*/ 352 w 658"/>
              <a:gd name="T19" fmla="*/ 464 h 896"/>
              <a:gd name="T20" fmla="*/ 397 w 658"/>
              <a:gd name="T21" fmla="*/ 473 h 896"/>
              <a:gd name="T22" fmla="*/ 438 w 658"/>
              <a:gd name="T23" fmla="*/ 489 h 896"/>
              <a:gd name="T24" fmla="*/ 489 w 658"/>
              <a:gd name="T25" fmla="*/ 527 h 896"/>
              <a:gd name="T26" fmla="*/ 536 w 658"/>
              <a:gd name="T27" fmla="*/ 599 h 896"/>
              <a:gd name="T28" fmla="*/ 549 w 658"/>
              <a:gd name="T29" fmla="*/ 641 h 896"/>
              <a:gd name="T30" fmla="*/ 554 w 658"/>
              <a:gd name="T31" fmla="*/ 687 h 896"/>
              <a:gd name="T32" fmla="*/ 127 w 658"/>
              <a:gd name="T33" fmla="*/ 308 h 896"/>
              <a:gd name="T34" fmla="*/ 109 w 658"/>
              <a:gd name="T35" fmla="*/ 253 h 896"/>
              <a:gd name="T36" fmla="*/ 105 w 658"/>
              <a:gd name="T37" fmla="*/ 29 h 896"/>
              <a:gd name="T38" fmla="*/ 551 w 658"/>
              <a:gd name="T39" fmla="*/ 238 h 896"/>
              <a:gd name="T40" fmla="*/ 537 w 658"/>
              <a:gd name="T41" fmla="*/ 295 h 896"/>
              <a:gd name="T42" fmla="*/ 643 w 658"/>
              <a:gd name="T43" fmla="*/ 866 h 896"/>
              <a:gd name="T44" fmla="*/ 582 w 658"/>
              <a:gd name="T45" fmla="*/ 666 h 896"/>
              <a:gd name="T46" fmla="*/ 564 w 658"/>
              <a:gd name="T47" fmla="*/ 588 h 896"/>
              <a:gd name="T48" fmla="*/ 526 w 658"/>
              <a:gd name="T49" fmla="*/ 523 h 896"/>
              <a:gd name="T50" fmla="*/ 469 w 658"/>
              <a:gd name="T51" fmla="*/ 473 h 896"/>
              <a:gd name="T52" fmla="*/ 436 w 658"/>
              <a:gd name="T53" fmla="*/ 441 h 896"/>
              <a:gd name="T54" fmla="*/ 504 w 658"/>
              <a:gd name="T55" fmla="*/ 395 h 896"/>
              <a:gd name="T56" fmla="*/ 554 w 658"/>
              <a:gd name="T57" fmla="*/ 333 h 896"/>
              <a:gd name="T58" fmla="*/ 578 w 658"/>
              <a:gd name="T59" fmla="*/ 264 h 896"/>
              <a:gd name="T60" fmla="*/ 584 w 658"/>
              <a:gd name="T61" fmla="*/ 29 h 896"/>
              <a:gd name="T62" fmla="*/ 652 w 658"/>
              <a:gd name="T63" fmla="*/ 27 h 896"/>
              <a:gd name="T64" fmla="*/ 658 w 658"/>
              <a:gd name="T65" fmla="*/ 17 h 896"/>
              <a:gd name="T66" fmla="*/ 655 w 658"/>
              <a:gd name="T67" fmla="*/ 6 h 896"/>
              <a:gd name="T68" fmla="*/ 647 w 658"/>
              <a:gd name="T69" fmla="*/ 0 h 896"/>
              <a:gd name="T70" fmla="*/ 15 w 658"/>
              <a:gd name="T71" fmla="*/ 0 h 896"/>
              <a:gd name="T72" fmla="*/ 5 w 658"/>
              <a:gd name="T73" fmla="*/ 4 h 896"/>
              <a:gd name="T74" fmla="*/ 0 w 658"/>
              <a:gd name="T75" fmla="*/ 14 h 896"/>
              <a:gd name="T76" fmla="*/ 5 w 658"/>
              <a:gd name="T77" fmla="*/ 26 h 896"/>
              <a:gd name="T78" fmla="*/ 15 w 658"/>
              <a:gd name="T79" fmla="*/ 29 h 896"/>
              <a:gd name="T80" fmla="*/ 77 w 658"/>
              <a:gd name="T81" fmla="*/ 245 h 896"/>
              <a:gd name="T82" fmla="*/ 96 w 658"/>
              <a:gd name="T83" fmla="*/ 312 h 896"/>
              <a:gd name="T84" fmla="*/ 137 w 658"/>
              <a:gd name="T85" fmla="*/ 378 h 896"/>
              <a:gd name="T86" fmla="*/ 204 w 658"/>
              <a:gd name="T87" fmla="*/ 431 h 896"/>
              <a:gd name="T88" fmla="*/ 207 w 658"/>
              <a:gd name="T89" fmla="*/ 464 h 896"/>
              <a:gd name="T90" fmla="*/ 146 w 658"/>
              <a:gd name="T91" fmla="*/ 510 h 896"/>
              <a:gd name="T92" fmla="*/ 102 w 658"/>
              <a:gd name="T93" fmla="*/ 572 h 896"/>
              <a:gd name="T94" fmla="*/ 78 w 658"/>
              <a:gd name="T95" fmla="*/ 647 h 896"/>
              <a:gd name="T96" fmla="*/ 75 w 658"/>
              <a:gd name="T97" fmla="*/ 866 h 896"/>
              <a:gd name="T98" fmla="*/ 7 w 658"/>
              <a:gd name="T99" fmla="*/ 870 h 896"/>
              <a:gd name="T100" fmla="*/ 0 w 658"/>
              <a:gd name="T101" fmla="*/ 879 h 896"/>
              <a:gd name="T102" fmla="*/ 2 w 658"/>
              <a:gd name="T103" fmla="*/ 890 h 896"/>
              <a:gd name="T104" fmla="*/ 12 w 658"/>
              <a:gd name="T105" fmla="*/ 896 h 896"/>
              <a:gd name="T106" fmla="*/ 643 w 658"/>
              <a:gd name="T107" fmla="*/ 896 h 896"/>
              <a:gd name="T108" fmla="*/ 654 w 658"/>
              <a:gd name="T109" fmla="*/ 892 h 896"/>
              <a:gd name="T110" fmla="*/ 658 w 658"/>
              <a:gd name="T111" fmla="*/ 881 h 896"/>
              <a:gd name="T112" fmla="*/ 654 w 658"/>
              <a:gd name="T113" fmla="*/ 872 h 896"/>
              <a:gd name="T114" fmla="*/ 643 w 658"/>
              <a:gd name="T115" fmla="*/ 86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58" h="896">
                <a:moveTo>
                  <a:pt x="554" y="717"/>
                </a:moveTo>
                <a:lnTo>
                  <a:pt x="440" y="717"/>
                </a:lnTo>
                <a:lnTo>
                  <a:pt x="340" y="617"/>
                </a:lnTo>
                <a:lnTo>
                  <a:pt x="337" y="615"/>
                </a:lnTo>
                <a:lnTo>
                  <a:pt x="335" y="614"/>
                </a:lnTo>
                <a:lnTo>
                  <a:pt x="332" y="613"/>
                </a:lnTo>
                <a:lnTo>
                  <a:pt x="329" y="613"/>
                </a:lnTo>
                <a:lnTo>
                  <a:pt x="327" y="613"/>
                </a:lnTo>
                <a:lnTo>
                  <a:pt x="323" y="614"/>
                </a:lnTo>
                <a:lnTo>
                  <a:pt x="321" y="615"/>
                </a:lnTo>
                <a:lnTo>
                  <a:pt x="318" y="617"/>
                </a:lnTo>
                <a:lnTo>
                  <a:pt x="219" y="717"/>
                </a:lnTo>
                <a:lnTo>
                  <a:pt x="105" y="717"/>
                </a:lnTo>
                <a:lnTo>
                  <a:pt x="105" y="687"/>
                </a:lnTo>
                <a:lnTo>
                  <a:pt x="105" y="676"/>
                </a:lnTo>
                <a:lnTo>
                  <a:pt x="106" y="664"/>
                </a:lnTo>
                <a:lnTo>
                  <a:pt x="107" y="652"/>
                </a:lnTo>
                <a:lnTo>
                  <a:pt x="109" y="642"/>
                </a:lnTo>
                <a:lnTo>
                  <a:pt x="112" y="630"/>
                </a:lnTo>
                <a:lnTo>
                  <a:pt x="115" y="619"/>
                </a:lnTo>
                <a:lnTo>
                  <a:pt x="118" y="610"/>
                </a:lnTo>
                <a:lnTo>
                  <a:pt x="122" y="599"/>
                </a:lnTo>
                <a:lnTo>
                  <a:pt x="132" y="580"/>
                </a:lnTo>
                <a:lnTo>
                  <a:pt x="143" y="562"/>
                </a:lnTo>
                <a:lnTo>
                  <a:pt x="156" y="543"/>
                </a:lnTo>
                <a:lnTo>
                  <a:pt x="169" y="528"/>
                </a:lnTo>
                <a:lnTo>
                  <a:pt x="185" y="513"/>
                </a:lnTo>
                <a:lnTo>
                  <a:pt x="203" y="501"/>
                </a:lnTo>
                <a:lnTo>
                  <a:pt x="222" y="490"/>
                </a:lnTo>
                <a:lnTo>
                  <a:pt x="241" y="480"/>
                </a:lnTo>
                <a:lnTo>
                  <a:pt x="252" y="476"/>
                </a:lnTo>
                <a:lnTo>
                  <a:pt x="261" y="473"/>
                </a:lnTo>
                <a:lnTo>
                  <a:pt x="272" y="470"/>
                </a:lnTo>
                <a:lnTo>
                  <a:pt x="284" y="467"/>
                </a:lnTo>
                <a:lnTo>
                  <a:pt x="295" y="465"/>
                </a:lnTo>
                <a:lnTo>
                  <a:pt x="306" y="464"/>
                </a:lnTo>
                <a:lnTo>
                  <a:pt x="317" y="463"/>
                </a:lnTo>
                <a:lnTo>
                  <a:pt x="329" y="463"/>
                </a:lnTo>
                <a:lnTo>
                  <a:pt x="341" y="463"/>
                </a:lnTo>
                <a:lnTo>
                  <a:pt x="352" y="464"/>
                </a:lnTo>
                <a:lnTo>
                  <a:pt x="364" y="465"/>
                </a:lnTo>
                <a:lnTo>
                  <a:pt x="376" y="467"/>
                </a:lnTo>
                <a:lnTo>
                  <a:pt x="387" y="470"/>
                </a:lnTo>
                <a:lnTo>
                  <a:pt x="397" y="473"/>
                </a:lnTo>
                <a:lnTo>
                  <a:pt x="408" y="476"/>
                </a:lnTo>
                <a:lnTo>
                  <a:pt x="418" y="480"/>
                </a:lnTo>
                <a:lnTo>
                  <a:pt x="428" y="485"/>
                </a:lnTo>
                <a:lnTo>
                  <a:pt x="438" y="489"/>
                </a:lnTo>
                <a:lnTo>
                  <a:pt x="447" y="494"/>
                </a:lnTo>
                <a:lnTo>
                  <a:pt x="456" y="501"/>
                </a:lnTo>
                <a:lnTo>
                  <a:pt x="473" y="513"/>
                </a:lnTo>
                <a:lnTo>
                  <a:pt x="489" y="527"/>
                </a:lnTo>
                <a:lnTo>
                  <a:pt x="503" y="543"/>
                </a:lnTo>
                <a:lnTo>
                  <a:pt x="516" y="560"/>
                </a:lnTo>
                <a:lnTo>
                  <a:pt x="527" y="579"/>
                </a:lnTo>
                <a:lnTo>
                  <a:pt x="536" y="599"/>
                </a:lnTo>
                <a:lnTo>
                  <a:pt x="540" y="609"/>
                </a:lnTo>
                <a:lnTo>
                  <a:pt x="544" y="619"/>
                </a:lnTo>
                <a:lnTo>
                  <a:pt x="546" y="630"/>
                </a:lnTo>
                <a:lnTo>
                  <a:pt x="549" y="641"/>
                </a:lnTo>
                <a:lnTo>
                  <a:pt x="551" y="652"/>
                </a:lnTo>
                <a:lnTo>
                  <a:pt x="552" y="664"/>
                </a:lnTo>
                <a:lnTo>
                  <a:pt x="554" y="675"/>
                </a:lnTo>
                <a:lnTo>
                  <a:pt x="554" y="687"/>
                </a:lnTo>
                <a:lnTo>
                  <a:pt x="554" y="717"/>
                </a:lnTo>
                <a:close/>
                <a:moveTo>
                  <a:pt x="135" y="321"/>
                </a:moveTo>
                <a:lnTo>
                  <a:pt x="133" y="321"/>
                </a:lnTo>
                <a:lnTo>
                  <a:pt x="127" y="308"/>
                </a:lnTo>
                <a:lnTo>
                  <a:pt x="121" y="295"/>
                </a:lnTo>
                <a:lnTo>
                  <a:pt x="116" y="281"/>
                </a:lnTo>
                <a:lnTo>
                  <a:pt x="113" y="267"/>
                </a:lnTo>
                <a:lnTo>
                  <a:pt x="109" y="253"/>
                </a:lnTo>
                <a:lnTo>
                  <a:pt x="106" y="238"/>
                </a:lnTo>
                <a:lnTo>
                  <a:pt x="105" y="223"/>
                </a:lnTo>
                <a:lnTo>
                  <a:pt x="105" y="208"/>
                </a:lnTo>
                <a:lnTo>
                  <a:pt x="105" y="29"/>
                </a:lnTo>
                <a:lnTo>
                  <a:pt x="554" y="29"/>
                </a:lnTo>
                <a:lnTo>
                  <a:pt x="554" y="208"/>
                </a:lnTo>
                <a:lnTo>
                  <a:pt x="554" y="223"/>
                </a:lnTo>
                <a:lnTo>
                  <a:pt x="551" y="238"/>
                </a:lnTo>
                <a:lnTo>
                  <a:pt x="549" y="253"/>
                </a:lnTo>
                <a:lnTo>
                  <a:pt x="546" y="267"/>
                </a:lnTo>
                <a:lnTo>
                  <a:pt x="542" y="281"/>
                </a:lnTo>
                <a:lnTo>
                  <a:pt x="537" y="295"/>
                </a:lnTo>
                <a:lnTo>
                  <a:pt x="531" y="308"/>
                </a:lnTo>
                <a:lnTo>
                  <a:pt x="525" y="321"/>
                </a:lnTo>
                <a:lnTo>
                  <a:pt x="135" y="321"/>
                </a:lnTo>
                <a:close/>
                <a:moveTo>
                  <a:pt x="643" y="866"/>
                </a:moveTo>
                <a:lnTo>
                  <a:pt x="584" y="866"/>
                </a:lnTo>
                <a:lnTo>
                  <a:pt x="584" y="732"/>
                </a:lnTo>
                <a:lnTo>
                  <a:pt x="584" y="687"/>
                </a:lnTo>
                <a:lnTo>
                  <a:pt x="582" y="666"/>
                </a:lnTo>
                <a:lnTo>
                  <a:pt x="580" y="646"/>
                </a:lnTo>
                <a:lnTo>
                  <a:pt x="576" y="626"/>
                </a:lnTo>
                <a:lnTo>
                  <a:pt x="571" y="606"/>
                </a:lnTo>
                <a:lnTo>
                  <a:pt x="564" y="588"/>
                </a:lnTo>
                <a:lnTo>
                  <a:pt x="557" y="570"/>
                </a:lnTo>
                <a:lnTo>
                  <a:pt x="547" y="554"/>
                </a:lnTo>
                <a:lnTo>
                  <a:pt x="537" y="538"/>
                </a:lnTo>
                <a:lnTo>
                  <a:pt x="526" y="523"/>
                </a:lnTo>
                <a:lnTo>
                  <a:pt x="513" y="509"/>
                </a:lnTo>
                <a:lnTo>
                  <a:pt x="499" y="496"/>
                </a:lnTo>
                <a:lnTo>
                  <a:pt x="485" y="483"/>
                </a:lnTo>
                <a:lnTo>
                  <a:pt x="469" y="473"/>
                </a:lnTo>
                <a:lnTo>
                  <a:pt x="453" y="463"/>
                </a:lnTo>
                <a:lnTo>
                  <a:pt x="435" y="455"/>
                </a:lnTo>
                <a:lnTo>
                  <a:pt x="417" y="448"/>
                </a:lnTo>
                <a:lnTo>
                  <a:pt x="436" y="441"/>
                </a:lnTo>
                <a:lnTo>
                  <a:pt x="455" y="431"/>
                </a:lnTo>
                <a:lnTo>
                  <a:pt x="472" y="420"/>
                </a:lnTo>
                <a:lnTo>
                  <a:pt x="489" y="409"/>
                </a:lnTo>
                <a:lnTo>
                  <a:pt x="504" y="395"/>
                </a:lnTo>
                <a:lnTo>
                  <a:pt x="519" y="381"/>
                </a:lnTo>
                <a:lnTo>
                  <a:pt x="532" y="365"/>
                </a:lnTo>
                <a:lnTo>
                  <a:pt x="544" y="348"/>
                </a:lnTo>
                <a:lnTo>
                  <a:pt x="554" y="333"/>
                </a:lnTo>
                <a:lnTo>
                  <a:pt x="561" y="317"/>
                </a:lnTo>
                <a:lnTo>
                  <a:pt x="567" y="299"/>
                </a:lnTo>
                <a:lnTo>
                  <a:pt x="573" y="282"/>
                </a:lnTo>
                <a:lnTo>
                  <a:pt x="578" y="264"/>
                </a:lnTo>
                <a:lnTo>
                  <a:pt x="580" y="246"/>
                </a:lnTo>
                <a:lnTo>
                  <a:pt x="582" y="228"/>
                </a:lnTo>
                <a:lnTo>
                  <a:pt x="584" y="208"/>
                </a:lnTo>
                <a:lnTo>
                  <a:pt x="584" y="29"/>
                </a:lnTo>
                <a:lnTo>
                  <a:pt x="643" y="29"/>
                </a:lnTo>
                <a:lnTo>
                  <a:pt x="647" y="29"/>
                </a:lnTo>
                <a:lnTo>
                  <a:pt x="649" y="28"/>
                </a:lnTo>
                <a:lnTo>
                  <a:pt x="652" y="27"/>
                </a:lnTo>
                <a:lnTo>
                  <a:pt x="654" y="26"/>
                </a:lnTo>
                <a:lnTo>
                  <a:pt x="655" y="23"/>
                </a:lnTo>
                <a:lnTo>
                  <a:pt x="657" y="20"/>
                </a:lnTo>
                <a:lnTo>
                  <a:pt x="658" y="17"/>
                </a:lnTo>
                <a:lnTo>
                  <a:pt x="658" y="14"/>
                </a:lnTo>
                <a:lnTo>
                  <a:pt x="658" y="12"/>
                </a:lnTo>
                <a:lnTo>
                  <a:pt x="657" y="8"/>
                </a:lnTo>
                <a:lnTo>
                  <a:pt x="655" y="6"/>
                </a:lnTo>
                <a:lnTo>
                  <a:pt x="654" y="4"/>
                </a:lnTo>
                <a:lnTo>
                  <a:pt x="652" y="2"/>
                </a:lnTo>
                <a:lnTo>
                  <a:pt x="649" y="1"/>
                </a:lnTo>
                <a:lnTo>
                  <a:pt x="647" y="0"/>
                </a:lnTo>
                <a:lnTo>
                  <a:pt x="643" y="0"/>
                </a:lnTo>
                <a:lnTo>
                  <a:pt x="569" y="0"/>
                </a:lnTo>
                <a:lnTo>
                  <a:pt x="90" y="0"/>
                </a:lnTo>
                <a:lnTo>
                  <a:pt x="15" y="0"/>
                </a:lnTo>
                <a:lnTo>
                  <a:pt x="12" y="0"/>
                </a:lnTo>
                <a:lnTo>
                  <a:pt x="9" y="1"/>
                </a:lnTo>
                <a:lnTo>
                  <a:pt x="7" y="2"/>
                </a:lnTo>
                <a:lnTo>
                  <a:pt x="5" y="4"/>
                </a:lnTo>
                <a:lnTo>
                  <a:pt x="2" y="6"/>
                </a:lnTo>
                <a:lnTo>
                  <a:pt x="1" y="8"/>
                </a:lnTo>
                <a:lnTo>
                  <a:pt x="0" y="12"/>
                </a:lnTo>
                <a:lnTo>
                  <a:pt x="0" y="14"/>
                </a:lnTo>
                <a:lnTo>
                  <a:pt x="0" y="17"/>
                </a:lnTo>
                <a:lnTo>
                  <a:pt x="1" y="20"/>
                </a:lnTo>
                <a:lnTo>
                  <a:pt x="2" y="23"/>
                </a:lnTo>
                <a:lnTo>
                  <a:pt x="5" y="26"/>
                </a:lnTo>
                <a:lnTo>
                  <a:pt x="7" y="27"/>
                </a:lnTo>
                <a:lnTo>
                  <a:pt x="9" y="28"/>
                </a:lnTo>
                <a:lnTo>
                  <a:pt x="12" y="29"/>
                </a:lnTo>
                <a:lnTo>
                  <a:pt x="15" y="29"/>
                </a:lnTo>
                <a:lnTo>
                  <a:pt x="75" y="29"/>
                </a:lnTo>
                <a:lnTo>
                  <a:pt x="75" y="208"/>
                </a:lnTo>
                <a:lnTo>
                  <a:pt x="75" y="227"/>
                </a:lnTo>
                <a:lnTo>
                  <a:pt x="77" y="245"/>
                </a:lnTo>
                <a:lnTo>
                  <a:pt x="81" y="263"/>
                </a:lnTo>
                <a:lnTo>
                  <a:pt x="85" y="280"/>
                </a:lnTo>
                <a:lnTo>
                  <a:pt x="89" y="296"/>
                </a:lnTo>
                <a:lnTo>
                  <a:pt x="96" y="312"/>
                </a:lnTo>
                <a:lnTo>
                  <a:pt x="103" y="328"/>
                </a:lnTo>
                <a:lnTo>
                  <a:pt x="112" y="343"/>
                </a:lnTo>
                <a:lnTo>
                  <a:pt x="124" y="361"/>
                </a:lnTo>
                <a:lnTo>
                  <a:pt x="137" y="378"/>
                </a:lnTo>
                <a:lnTo>
                  <a:pt x="152" y="394"/>
                </a:lnTo>
                <a:lnTo>
                  <a:pt x="168" y="407"/>
                </a:lnTo>
                <a:lnTo>
                  <a:pt x="185" y="420"/>
                </a:lnTo>
                <a:lnTo>
                  <a:pt x="204" y="431"/>
                </a:lnTo>
                <a:lnTo>
                  <a:pt x="222" y="441"/>
                </a:lnTo>
                <a:lnTo>
                  <a:pt x="242" y="448"/>
                </a:lnTo>
                <a:lnTo>
                  <a:pt x="224" y="456"/>
                </a:lnTo>
                <a:lnTo>
                  <a:pt x="207" y="464"/>
                </a:lnTo>
                <a:lnTo>
                  <a:pt x="190" y="474"/>
                </a:lnTo>
                <a:lnTo>
                  <a:pt x="175" y="485"/>
                </a:lnTo>
                <a:lnTo>
                  <a:pt x="160" y="497"/>
                </a:lnTo>
                <a:lnTo>
                  <a:pt x="146" y="510"/>
                </a:lnTo>
                <a:lnTo>
                  <a:pt x="133" y="524"/>
                </a:lnTo>
                <a:lnTo>
                  <a:pt x="121" y="539"/>
                </a:lnTo>
                <a:lnTo>
                  <a:pt x="112" y="555"/>
                </a:lnTo>
                <a:lnTo>
                  <a:pt x="102" y="572"/>
                </a:lnTo>
                <a:lnTo>
                  <a:pt x="93" y="589"/>
                </a:lnTo>
                <a:lnTo>
                  <a:pt x="87" y="609"/>
                </a:lnTo>
                <a:lnTo>
                  <a:pt x="82" y="627"/>
                </a:lnTo>
                <a:lnTo>
                  <a:pt x="78" y="647"/>
                </a:lnTo>
                <a:lnTo>
                  <a:pt x="76" y="666"/>
                </a:lnTo>
                <a:lnTo>
                  <a:pt x="75" y="687"/>
                </a:lnTo>
                <a:lnTo>
                  <a:pt x="75" y="732"/>
                </a:lnTo>
                <a:lnTo>
                  <a:pt x="75" y="866"/>
                </a:lnTo>
                <a:lnTo>
                  <a:pt x="15" y="866"/>
                </a:lnTo>
                <a:lnTo>
                  <a:pt x="12" y="866"/>
                </a:lnTo>
                <a:lnTo>
                  <a:pt x="9" y="868"/>
                </a:lnTo>
                <a:lnTo>
                  <a:pt x="7" y="870"/>
                </a:lnTo>
                <a:lnTo>
                  <a:pt x="5" y="872"/>
                </a:lnTo>
                <a:lnTo>
                  <a:pt x="2" y="874"/>
                </a:lnTo>
                <a:lnTo>
                  <a:pt x="1" y="876"/>
                </a:lnTo>
                <a:lnTo>
                  <a:pt x="0" y="879"/>
                </a:lnTo>
                <a:lnTo>
                  <a:pt x="0" y="881"/>
                </a:lnTo>
                <a:lnTo>
                  <a:pt x="0" y="885"/>
                </a:lnTo>
                <a:lnTo>
                  <a:pt x="1" y="888"/>
                </a:lnTo>
                <a:lnTo>
                  <a:pt x="2" y="890"/>
                </a:lnTo>
                <a:lnTo>
                  <a:pt x="5" y="892"/>
                </a:lnTo>
                <a:lnTo>
                  <a:pt x="7" y="894"/>
                </a:lnTo>
                <a:lnTo>
                  <a:pt x="9" y="895"/>
                </a:lnTo>
                <a:lnTo>
                  <a:pt x="12" y="896"/>
                </a:lnTo>
                <a:lnTo>
                  <a:pt x="15" y="896"/>
                </a:lnTo>
                <a:lnTo>
                  <a:pt x="90" y="896"/>
                </a:lnTo>
                <a:lnTo>
                  <a:pt x="569" y="896"/>
                </a:lnTo>
                <a:lnTo>
                  <a:pt x="643" y="896"/>
                </a:lnTo>
                <a:lnTo>
                  <a:pt x="647" y="896"/>
                </a:lnTo>
                <a:lnTo>
                  <a:pt x="649" y="895"/>
                </a:lnTo>
                <a:lnTo>
                  <a:pt x="652" y="894"/>
                </a:lnTo>
                <a:lnTo>
                  <a:pt x="654" y="892"/>
                </a:lnTo>
                <a:lnTo>
                  <a:pt x="655" y="890"/>
                </a:lnTo>
                <a:lnTo>
                  <a:pt x="657" y="888"/>
                </a:lnTo>
                <a:lnTo>
                  <a:pt x="658" y="885"/>
                </a:lnTo>
                <a:lnTo>
                  <a:pt x="658" y="881"/>
                </a:lnTo>
                <a:lnTo>
                  <a:pt x="658" y="879"/>
                </a:lnTo>
                <a:lnTo>
                  <a:pt x="657" y="876"/>
                </a:lnTo>
                <a:lnTo>
                  <a:pt x="655" y="874"/>
                </a:lnTo>
                <a:lnTo>
                  <a:pt x="654" y="872"/>
                </a:lnTo>
                <a:lnTo>
                  <a:pt x="652" y="870"/>
                </a:lnTo>
                <a:lnTo>
                  <a:pt x="649" y="868"/>
                </a:lnTo>
                <a:lnTo>
                  <a:pt x="647" y="866"/>
                </a:lnTo>
                <a:lnTo>
                  <a:pt x="643" y="8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sz="1600" dirty="0">
              <a:solidFill>
                <a:schemeClr val="lt1"/>
              </a:solidFill>
            </a:endParaRPr>
          </a:p>
        </p:txBody>
      </p:sp>
      <p:sp>
        <p:nvSpPr>
          <p:cNvPr id="111" name="Cuadro de texto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5726097" y="4940643"/>
            <a:ext cx="4537090" cy="86177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s-ES" sz="14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Para el cálculo de las diferentes ratios para el análisis financiero de  </a:t>
            </a:r>
            <a:r>
              <a:rPr lang="es-ES" sz="1400" b="1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Ventanizate</a:t>
            </a:r>
            <a:r>
              <a:rPr lang="es-ES" sz="14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 nos hemos centrado en el año 5 y el año 7 para ver la evolución de sus ratios y poder sacar algunas conclusiones.</a:t>
            </a:r>
          </a:p>
        </p:txBody>
      </p: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527B1B3A-4567-4AE9-A7C9-FA9D5A1F3929}"/>
              </a:ext>
            </a:extLst>
          </p:cNvPr>
          <p:cNvSpPr/>
          <p:nvPr/>
        </p:nvSpPr>
        <p:spPr>
          <a:xfrm>
            <a:off x="3560749" y="634580"/>
            <a:ext cx="3952875" cy="492443"/>
          </a:xfrm>
          <a:prstGeom prst="roundRect">
            <a:avLst>
              <a:gd name="adj" fmla="val 50000"/>
            </a:avLst>
          </a:prstGeom>
          <a:solidFill>
            <a:schemeClr val="accent2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600" dirty="0">
                <a:ln>
                  <a:solidFill>
                    <a:schemeClr val="tx2"/>
                  </a:solidFill>
                </a:ln>
              </a:rPr>
              <a:t>ANALISIS RATIOS FINANCIERAS </a:t>
            </a:r>
          </a:p>
        </p:txBody>
      </p:sp>
      <p:sp>
        <p:nvSpPr>
          <p:cNvPr id="122" name="Elipse 121">
            <a:extLst>
              <a:ext uri="{FF2B5EF4-FFF2-40B4-BE49-F238E27FC236}">
                <a16:creationId xmlns:a16="http://schemas.microsoft.com/office/drawing/2014/main" id="{922831E1-31DF-4125-9BCB-8937CAE54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2267" y="1460593"/>
            <a:ext cx="385764" cy="3857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123" name="Grupo 122" descr="Este es el icono de un gráfico de barras y un gráfico de líneas. ">
            <a:extLst>
              <a:ext uri="{FF2B5EF4-FFF2-40B4-BE49-F238E27FC236}">
                <a16:creationId xmlns:a16="http://schemas.microsoft.com/office/drawing/2014/main" id="{08F666DF-6069-4309-98CB-67441794E384}"/>
              </a:ext>
            </a:extLst>
          </p:cNvPr>
          <p:cNvGrpSpPr/>
          <p:nvPr/>
        </p:nvGrpSpPr>
        <p:grpSpPr>
          <a:xfrm>
            <a:off x="1737022" y="1555348"/>
            <a:ext cx="196255" cy="196255"/>
            <a:chOff x="4319588" y="2492375"/>
            <a:chExt cx="287338" cy="287338"/>
          </a:xfrm>
          <a:solidFill>
            <a:srgbClr val="CE295E"/>
          </a:solidFill>
        </p:grpSpPr>
        <p:sp>
          <p:nvSpPr>
            <p:cNvPr id="124" name="Forma libre 372">
              <a:extLst>
                <a:ext uri="{FF2B5EF4-FFF2-40B4-BE49-F238E27FC236}">
                  <a16:creationId xmlns:a16="http://schemas.microsoft.com/office/drawing/2014/main" id="{CC6C2715-550E-40A0-AB0F-10386CBA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  <p:sp>
          <p:nvSpPr>
            <p:cNvPr id="125" name="Forma libre 373">
              <a:extLst>
                <a:ext uri="{FF2B5EF4-FFF2-40B4-BE49-F238E27FC236}">
                  <a16:creationId xmlns:a16="http://schemas.microsoft.com/office/drawing/2014/main" id="{F7218EF6-60ED-4D4C-9831-CF6B6BB7D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dirty="0"/>
            </a:p>
          </p:txBody>
        </p:sp>
      </p:grpSp>
      <p:sp>
        <p:nvSpPr>
          <p:cNvPr id="129" name="Marcador de pie de página 128">
            <a:extLst>
              <a:ext uri="{FF2B5EF4-FFF2-40B4-BE49-F238E27FC236}">
                <a16:creationId xmlns:a16="http://schemas.microsoft.com/office/drawing/2014/main" id="{B1EC8198-CF19-4894-AB0A-1568DC1E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7466"/>
            <a:ext cx="1561696" cy="276999"/>
          </a:xfrm>
        </p:spPr>
        <p:txBody>
          <a:bodyPr rtlCol="0"/>
          <a:lstStyle/>
          <a:p>
            <a:pPr rtl="0"/>
            <a:r>
              <a:rPr lang="es-ES" dirty="0"/>
              <a:t>Su logotipo va aquí</a:t>
            </a:r>
          </a:p>
        </p:txBody>
      </p:sp>
      <p:sp>
        <p:nvSpPr>
          <p:cNvPr id="130" name="Marcador de número de diapositiva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590303"/>
            <a:ext cx="419100" cy="365125"/>
          </a:xfrm>
        </p:spPr>
        <p:txBody>
          <a:bodyPr rtlCol="0"/>
          <a:lstStyle/>
          <a:p>
            <a:pPr rtl="0"/>
            <a:fld id="{0FD50806-BABF-4915-9689-3B9956D1C75C}" type="slidenum">
              <a:rPr lang="es-ES" smtClean="0"/>
              <a:pPr rtl="0"/>
              <a:t>1</a:t>
            </a:fld>
            <a:endParaRPr lang="es-ES" dirty="0"/>
          </a:p>
        </p:txBody>
      </p:sp>
      <p:pic>
        <p:nvPicPr>
          <p:cNvPr id="2" name="Imatge 1">
            <a:extLst>
              <a:ext uri="{FF2B5EF4-FFF2-40B4-BE49-F238E27FC236}">
                <a16:creationId xmlns:a16="http://schemas.microsoft.com/office/drawing/2014/main" id="{D0683D6D-23B7-44AE-601E-E632AE9E2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66" y="1595742"/>
            <a:ext cx="4114800" cy="4591050"/>
          </a:xfrm>
          <a:prstGeom prst="rect">
            <a:avLst/>
          </a:prstGeom>
        </p:spPr>
      </p:pic>
      <p:pic>
        <p:nvPicPr>
          <p:cNvPr id="3" name="Imatge 2">
            <a:extLst>
              <a:ext uri="{FF2B5EF4-FFF2-40B4-BE49-F238E27FC236}">
                <a16:creationId xmlns:a16="http://schemas.microsoft.com/office/drawing/2014/main" id="{6C3818FA-529C-8D67-AE54-207BA64C8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19098"/>
            <a:ext cx="41719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0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498598"/>
          </a:xfrm>
        </p:spPr>
        <p:txBody>
          <a:bodyPr rtlCol="0"/>
          <a:lstStyle/>
          <a:p>
            <a:pPr rtl="0"/>
            <a:r>
              <a:rPr lang="es-ES" dirty="0"/>
              <a:t>RATIOS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39A793-F356-45AC-A556-47A0CCFA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dirty="0"/>
              <a:t>Su logotipo va aquí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D50806-BABF-4915-9689-3B9956D1C75C}" type="slidenum">
              <a:rPr lang="es-ES" smtClean="0"/>
              <a:pPr rtl="0"/>
              <a:t>2</a:t>
            </a:fld>
            <a:endParaRPr lang="es-ES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95571C6-E78B-432E-820B-E4F5E4306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38292" y="1024416"/>
            <a:ext cx="6322346" cy="5307766"/>
            <a:chOff x="637713" y="3357424"/>
            <a:chExt cx="3028950" cy="564985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5517C826-C471-4169-9892-EEBF4B4D8645}"/>
                </a:ext>
              </a:extLst>
            </p:cNvPr>
            <p:cNvSpPr/>
            <p:nvPr/>
          </p:nvSpPr>
          <p:spPr>
            <a:xfrm>
              <a:off x="637713" y="3357424"/>
              <a:ext cx="3028950" cy="5649858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sz="1400" dirty="0"/>
            </a:p>
          </p:txBody>
        </p:sp>
        <p:sp>
          <p:nvSpPr>
            <p:cNvPr id="50" name="Cuadro de texto 47">
              <a:extLst>
                <a:ext uri="{FF2B5EF4-FFF2-40B4-BE49-F238E27FC236}">
                  <a16:creationId xmlns:a16="http://schemas.microsoft.com/office/drawing/2014/main" id="{93A7AF6A-22BC-4CD2-A354-D732C3FA233C}"/>
                </a:ext>
              </a:extLst>
            </p:cNvPr>
            <p:cNvSpPr txBox="1"/>
            <p:nvPr/>
          </p:nvSpPr>
          <p:spPr>
            <a:xfrm>
              <a:off x="661148" y="3649717"/>
              <a:ext cx="2985849" cy="508039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Incremento del numero de rotación implicando una disminución de días en </a:t>
              </a:r>
              <a:r>
                <a:rPr lang="es-E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estoc</a:t>
              </a:r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rtl="0"/>
              <a:r>
                <a:rPr lang="es-E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Crecimiento en el NOF indica un crecimiento de los activos.</a:t>
              </a:r>
            </a:p>
          </p:txBody>
        </p:sp>
      </p:grpSp>
      <p:sp>
        <p:nvSpPr>
          <p:cNvPr id="15" name="Cuadro de texto 47">
            <a:extLst>
              <a:ext uri="{FF2B5EF4-FFF2-40B4-BE49-F238E27FC236}">
                <a16:creationId xmlns:a16="http://schemas.microsoft.com/office/drawing/2014/main" id="{327ACB50-B140-1EC5-90AF-5756883EADF2}"/>
              </a:ext>
            </a:extLst>
          </p:cNvPr>
          <p:cNvSpPr txBox="1"/>
          <p:nvPr/>
        </p:nvSpPr>
        <p:spPr>
          <a:xfrm>
            <a:off x="5383879" y="3812097"/>
            <a:ext cx="5611182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las ratios de rentabilidad vemos , que el beneficio obtenido en relación capital aportado por los socios pasa a ser negativo y sin posibilidad de repartir dividendos.</a:t>
            </a:r>
          </a:p>
        </p:txBody>
      </p:sp>
      <p:sp>
        <p:nvSpPr>
          <p:cNvPr id="19" name="Cuadro de texto 47">
            <a:extLst>
              <a:ext uri="{FF2B5EF4-FFF2-40B4-BE49-F238E27FC236}">
                <a16:creationId xmlns:a16="http://schemas.microsoft.com/office/drawing/2014/main" id="{CED51EF0-E191-BDCB-E187-5D3C58A6E18F}"/>
              </a:ext>
            </a:extLst>
          </p:cNvPr>
          <p:cNvSpPr txBox="1"/>
          <p:nvPr/>
        </p:nvSpPr>
        <p:spPr>
          <a:xfrm>
            <a:off x="5432796" y="4600490"/>
            <a:ext cx="5678487" cy="1508105"/>
          </a:xfrm>
          <a:prstGeom prst="rect">
            <a:avLst/>
          </a:prstGeom>
          <a:noFill/>
          <a:ln w="28575">
            <a:solidFill>
              <a:schemeClr val="tx2"/>
            </a:solidFill>
            <a:prstDash val="solid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14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CONCLUSIONES: </a:t>
            </a: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Podemos decir, que el análisis con ratios comparados viendo la evolución entre los año 5  y año 7 nos confirma que no seria una decisión acertada invertir en esta compañía. Podemos decir,  necesita un plan de choque inmediato para intentar remediar sus problemas de solvencia y liquidez sino va entrar en suspensión de pagos seguramente.</a:t>
            </a:r>
          </a:p>
          <a:p>
            <a:pPr rtl="0"/>
            <a:endParaRPr lang="es-ES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Cuadro de texto 47">
            <a:extLst>
              <a:ext uri="{FF2B5EF4-FFF2-40B4-BE49-F238E27FC236}">
                <a16:creationId xmlns:a16="http://schemas.microsoft.com/office/drawing/2014/main" id="{8C1E5DA6-93C8-003B-8020-B1ED6C27025F}"/>
              </a:ext>
            </a:extLst>
          </p:cNvPr>
          <p:cNvSpPr txBox="1"/>
          <p:nvPr/>
        </p:nvSpPr>
        <p:spPr>
          <a:xfrm>
            <a:off x="5432796" y="2685246"/>
            <a:ext cx="5611186" cy="86177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el bloque de ratios de liquidez observamos, que tiene muchas posibilidades de caer en una suspensión de pagos por falta de tesorería</a:t>
            </a:r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Acompañado con el alto ratio de endeudamiento a CP, lo hace aun mas preocupante.</a:t>
            </a:r>
          </a:p>
        </p:txBody>
      </p:sp>
      <p:sp>
        <p:nvSpPr>
          <p:cNvPr id="26" name="Cuadro de texto 47">
            <a:extLst>
              <a:ext uri="{FF2B5EF4-FFF2-40B4-BE49-F238E27FC236}">
                <a16:creationId xmlns:a16="http://schemas.microsoft.com/office/drawing/2014/main" id="{C8628B56-D9BF-6BF5-7725-39B9BD3AFAF9}"/>
              </a:ext>
            </a:extLst>
          </p:cNvPr>
          <p:cNvSpPr txBox="1"/>
          <p:nvPr/>
        </p:nvSpPr>
        <p:spPr>
          <a:xfrm>
            <a:off x="5383879" y="2076831"/>
            <a:ext cx="5611186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ratio de endeudamiento aumenta, triplicando su valor, mala  señal para la salud financiera de la compañía.</a:t>
            </a:r>
          </a:p>
        </p:txBody>
      </p:sp>
      <p:pic>
        <p:nvPicPr>
          <p:cNvPr id="28" name="Imatge 27">
            <a:extLst>
              <a:ext uri="{FF2B5EF4-FFF2-40B4-BE49-F238E27FC236}">
                <a16:creationId xmlns:a16="http://schemas.microsoft.com/office/drawing/2014/main" id="{5E686B10-5B0E-8B34-AF5E-3C64E901C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62" y="1309687"/>
            <a:ext cx="4745847" cy="422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21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a oficina">
  <a:themeElements>
    <a:clrScheme name="Custom 14">
      <a:dk1>
        <a:srgbClr val="000000"/>
      </a:dk1>
      <a:lt1>
        <a:srgbClr val="FFFFFF"/>
      </a:lt1>
      <a:dk2>
        <a:srgbClr val="000073"/>
      </a:dk2>
      <a:lt2>
        <a:srgbClr val="FFE6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7542803_TF66676778.potx" id="{C81EB74A-AFB0-473E-88D0-4D8868E8D37A}" vid="{7D9CAFEF-7A3C-4A54-B392-6EDAF746C8A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EC375F-F377-4CDC-ADF0-CC8811D177D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61A1251-DA89-493A-8204-679220DD13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B0ABC2-BF39-4F70-A7AD-9DFBD1D272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Panel, de 24Slides</Template>
  <TotalTime>51</TotalTime>
  <Words>229</Words>
  <Application>Microsoft Office PowerPoint</Application>
  <PresentationFormat>Pantalla panoràmica</PresentationFormat>
  <Paragraphs>16</Paragraphs>
  <Slides>2</Slides>
  <Notes>2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Segoe UI Light</vt:lpstr>
      <vt:lpstr>Tema de la oficina</vt:lpstr>
      <vt:lpstr>Presentació del PowerPoint</vt:lpstr>
      <vt:lpstr>RATIOS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Oriol puig i Carreró</dc:creator>
  <cp:lastModifiedBy>Oriol puig i Carreró</cp:lastModifiedBy>
  <cp:revision>1</cp:revision>
  <dcterms:created xsi:type="dcterms:W3CDTF">2024-04-17T15:47:21Z</dcterms:created>
  <dcterms:modified xsi:type="dcterms:W3CDTF">2024-04-17T18:48:01Z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