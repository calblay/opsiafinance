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ca-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4E854-4AE0-41B3-B30F-7CE5386C9476}" v="6" dt="2024-04-10T17:29:57.528"/>
  </p1510:revLst>
</p1510:revInfo>
</file>

<file path=ppt/tableStyles.xml><?xml version="1.0" encoding="utf-8"?>
<a:tblStyleLst xmlns:a="http://schemas.openxmlformats.org/drawingml/2006/main" def="{5C22544A-7EE6-4342-B048-85BDC9FD1C3A}">
  <a:tblStyle styleId="{5C22544A-7EE6-4342-B048-85BDC9FD1C3A}" styleName="Estil mitjà 2 - èmfasi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riol puig i Carreró" userId="aba7334eafb07142" providerId="LiveId" clId="{4E34E854-4AE0-41B3-B30F-7CE5386C9476}"/>
    <pc:docChg chg="undo custSel addSld modSld">
      <pc:chgData name="Oriol puig i Carreró" userId="aba7334eafb07142" providerId="LiveId" clId="{4E34E854-4AE0-41B3-B30F-7CE5386C9476}" dt="2024-04-10T17:42:10.007" v="2587" actId="20577"/>
      <pc:docMkLst>
        <pc:docMk/>
      </pc:docMkLst>
      <pc:sldChg chg="modSp mod">
        <pc:chgData name="Oriol puig i Carreró" userId="aba7334eafb07142" providerId="LiveId" clId="{4E34E854-4AE0-41B3-B30F-7CE5386C9476}" dt="2024-04-10T17:16:44.596" v="643" actId="20577"/>
        <pc:sldMkLst>
          <pc:docMk/>
          <pc:sldMk cId="3658895641" sldId="256"/>
        </pc:sldMkLst>
        <pc:spChg chg="mod">
          <ac:chgData name="Oriol puig i Carreró" userId="aba7334eafb07142" providerId="LiveId" clId="{4E34E854-4AE0-41B3-B30F-7CE5386C9476}" dt="2024-04-10T17:16:44.596" v="643" actId="20577"/>
          <ac:spMkLst>
            <pc:docMk/>
            <pc:sldMk cId="3658895641" sldId="256"/>
            <ac:spMk id="3" creationId="{A80C7272-C0E7-86EF-1248-50E838B1D1B6}"/>
          </ac:spMkLst>
        </pc:spChg>
        <pc:spChg chg="mod">
          <ac:chgData name="Oriol puig i Carreró" userId="aba7334eafb07142" providerId="LiveId" clId="{4E34E854-4AE0-41B3-B30F-7CE5386C9476}" dt="2024-04-10T17:13:36.290" v="412" actId="20577"/>
          <ac:spMkLst>
            <pc:docMk/>
            <pc:sldMk cId="3658895641" sldId="256"/>
            <ac:spMk id="8" creationId="{88DF718D-8DDB-6A24-32D9-FBCCC10D830A}"/>
          </ac:spMkLst>
        </pc:spChg>
      </pc:sldChg>
      <pc:sldChg chg="addSp delSp modSp new mod">
        <pc:chgData name="Oriol puig i Carreró" userId="aba7334eafb07142" providerId="LiveId" clId="{4E34E854-4AE0-41B3-B30F-7CE5386C9476}" dt="2024-04-10T17:42:10.007" v="2587" actId="20577"/>
        <pc:sldMkLst>
          <pc:docMk/>
          <pc:sldMk cId="3348611608" sldId="257"/>
        </pc:sldMkLst>
        <pc:spChg chg="mod">
          <ac:chgData name="Oriol puig i Carreró" userId="aba7334eafb07142" providerId="LiveId" clId="{4E34E854-4AE0-41B3-B30F-7CE5386C9476}" dt="2024-04-09T20:01:25.369" v="87" actId="6549"/>
          <ac:spMkLst>
            <pc:docMk/>
            <pc:sldMk cId="3348611608" sldId="257"/>
            <ac:spMk id="2" creationId="{D855D2A2-28C1-A8DA-CDA6-772053845498}"/>
          </ac:spMkLst>
        </pc:spChg>
        <pc:spChg chg="del">
          <ac:chgData name="Oriol puig i Carreró" userId="aba7334eafb07142" providerId="LiveId" clId="{4E34E854-4AE0-41B3-B30F-7CE5386C9476}" dt="2024-04-09T19:56:41.797" v="21"/>
          <ac:spMkLst>
            <pc:docMk/>
            <pc:sldMk cId="3348611608" sldId="257"/>
            <ac:spMk id="3" creationId="{06BD5D93-6B80-D700-7227-226ED7724809}"/>
          </ac:spMkLst>
        </pc:spChg>
        <pc:spChg chg="del mod">
          <ac:chgData name="Oriol puig i Carreró" userId="aba7334eafb07142" providerId="LiveId" clId="{4E34E854-4AE0-41B3-B30F-7CE5386C9476}" dt="2024-04-09T19:57:30.299" v="30" actId="478"/>
          <ac:spMkLst>
            <pc:docMk/>
            <pc:sldMk cId="3348611608" sldId="257"/>
            <ac:spMk id="4" creationId="{2E806BDE-047D-A024-C001-8B4B85108B69}"/>
          </ac:spMkLst>
        </pc:spChg>
        <pc:spChg chg="add del mod">
          <ac:chgData name="Oriol puig i Carreró" userId="aba7334eafb07142" providerId="LiveId" clId="{4E34E854-4AE0-41B3-B30F-7CE5386C9476}" dt="2024-04-10T17:19:15.233" v="677" actId="478"/>
          <ac:spMkLst>
            <pc:docMk/>
            <pc:sldMk cId="3348611608" sldId="257"/>
            <ac:spMk id="4" creationId="{80030BCA-9355-5911-6B73-F617EBE07D2D}"/>
          </ac:spMkLst>
        </pc:spChg>
        <pc:spChg chg="add mod">
          <ac:chgData name="Oriol puig i Carreró" userId="aba7334eafb07142" providerId="LiveId" clId="{4E34E854-4AE0-41B3-B30F-7CE5386C9476}" dt="2024-04-10T17:42:10.007" v="2587" actId="20577"/>
          <ac:spMkLst>
            <pc:docMk/>
            <pc:sldMk cId="3348611608" sldId="257"/>
            <ac:spMk id="6" creationId="{8D7C8458-0CE6-1B83-C700-D2EAA2517901}"/>
          </ac:spMkLst>
        </pc:spChg>
        <pc:spChg chg="add mod">
          <ac:chgData name="Oriol puig i Carreró" userId="aba7334eafb07142" providerId="LiveId" clId="{4E34E854-4AE0-41B3-B30F-7CE5386C9476}" dt="2024-04-10T17:36:43.203" v="2230" actId="1076"/>
          <ac:spMkLst>
            <pc:docMk/>
            <pc:sldMk cId="3348611608" sldId="257"/>
            <ac:spMk id="7" creationId="{F1094E6D-CD98-449F-6761-3D49FD0DB6F1}"/>
          </ac:spMkLst>
        </pc:spChg>
        <pc:spChg chg="add del mod">
          <ac:chgData name="Oriol puig i Carreró" userId="aba7334eafb07142" providerId="LiveId" clId="{4E34E854-4AE0-41B3-B30F-7CE5386C9476}" dt="2024-04-10T17:18:02.581" v="658"/>
          <ac:spMkLst>
            <pc:docMk/>
            <pc:sldMk cId="3348611608" sldId="257"/>
            <ac:spMk id="9" creationId="{73D54053-7E10-14BF-E61B-BAE380704F91}"/>
          </ac:spMkLst>
        </pc:spChg>
        <pc:spChg chg="add del mod">
          <ac:chgData name="Oriol puig i Carreró" userId="aba7334eafb07142" providerId="LiveId" clId="{4E34E854-4AE0-41B3-B30F-7CE5386C9476}" dt="2024-04-10T17:18:02.584" v="660"/>
          <ac:spMkLst>
            <pc:docMk/>
            <pc:sldMk cId="3348611608" sldId="257"/>
            <ac:spMk id="11" creationId="{0E0920C7-163E-654F-9DA7-96D6B8550B5A}"/>
          </ac:spMkLst>
        </pc:spChg>
        <pc:spChg chg="add del mod">
          <ac:chgData name="Oriol puig i Carreró" userId="aba7334eafb07142" providerId="LiveId" clId="{4E34E854-4AE0-41B3-B30F-7CE5386C9476}" dt="2024-04-10T17:18:02.578" v="656" actId="478"/>
          <ac:spMkLst>
            <pc:docMk/>
            <pc:sldMk cId="3348611608" sldId="257"/>
            <ac:spMk id="13" creationId="{38CF8A1B-01BC-7DBD-4D39-7D4915B5A10F}"/>
          </ac:spMkLst>
        </pc:spChg>
        <pc:spChg chg="add del mod">
          <ac:chgData name="Oriol puig i Carreró" userId="aba7334eafb07142" providerId="LiveId" clId="{4E34E854-4AE0-41B3-B30F-7CE5386C9476}" dt="2024-04-09T20:04:41.977" v="117" actId="478"/>
          <ac:spMkLst>
            <pc:docMk/>
            <pc:sldMk cId="3348611608" sldId="257"/>
            <ac:spMk id="15" creationId="{E6026C70-E1AD-1EB6-A470-840CDE488DCD}"/>
          </ac:spMkLst>
        </pc:spChg>
        <pc:graphicFrameChg chg="add mod">
          <ac:chgData name="Oriol puig i Carreró" userId="aba7334eafb07142" providerId="LiveId" clId="{4E34E854-4AE0-41B3-B30F-7CE5386C9476}" dt="2024-04-09T20:04:49.645" v="118"/>
          <ac:graphicFrameMkLst>
            <pc:docMk/>
            <pc:sldMk cId="3348611608" sldId="257"/>
            <ac:graphicFrameMk id="16" creationId="{154E02E3-14AC-860B-5882-77818AD09610}"/>
          </ac:graphicFrameMkLst>
        </pc:graphicFrameChg>
        <pc:picChg chg="add del mod">
          <ac:chgData name="Oriol puig i Carreró" userId="aba7334eafb07142" providerId="LiveId" clId="{4E34E854-4AE0-41B3-B30F-7CE5386C9476}" dt="2024-04-09T20:04:32.403" v="115" actId="478"/>
          <ac:picMkLst>
            <pc:docMk/>
            <pc:sldMk cId="3348611608" sldId="257"/>
            <ac:picMk id="5" creationId="{D6510457-8907-2F69-A3F8-611590239868}"/>
          </ac:picMkLst>
        </pc:picChg>
        <pc:picChg chg="add mod">
          <ac:chgData name="Oriol puig i Carreró" userId="aba7334eafb07142" providerId="LiveId" clId="{4E34E854-4AE0-41B3-B30F-7CE5386C9476}" dt="2024-04-10T17:34:53.750" v="2209" actId="1076"/>
          <ac:picMkLst>
            <pc:docMk/>
            <pc:sldMk cId="3348611608" sldId="257"/>
            <ac:picMk id="17" creationId="{903FE0C4-0371-ED28-1D86-2FC135FFD6E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9DA319E-401F-D8F9-23CF-EB9BF6A78CAD}"/>
              </a:ext>
            </a:extLst>
          </p:cNvPr>
          <p:cNvSpPr>
            <a:spLocks noGrp="1"/>
          </p:cNvSpPr>
          <p:nvPr>
            <p:ph type="ctrTitle"/>
          </p:nvPr>
        </p:nvSpPr>
        <p:spPr>
          <a:xfrm>
            <a:off x="1524000" y="1122363"/>
            <a:ext cx="9144000" cy="2387600"/>
          </a:xfrm>
        </p:spPr>
        <p:txBody>
          <a:bodyPr anchor="b"/>
          <a:lstStyle>
            <a:lvl1pPr algn="ctr">
              <a:defRPr sz="6000"/>
            </a:lvl1pPr>
          </a:lstStyle>
          <a:p>
            <a:r>
              <a:rPr lang="ca-ES"/>
              <a:t>Feu clic aquí per editar l'estil</a:t>
            </a:r>
          </a:p>
        </p:txBody>
      </p:sp>
      <p:sp>
        <p:nvSpPr>
          <p:cNvPr id="3" name="Subtítol 2">
            <a:extLst>
              <a:ext uri="{FF2B5EF4-FFF2-40B4-BE49-F238E27FC236}">
                <a16:creationId xmlns:a16="http://schemas.microsoft.com/office/drawing/2014/main" id="{2FCDA633-FF76-9C52-C64D-388918BCB8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a-ES"/>
              <a:t>Feu clic aquí per editar l'estil de subtítols del patró</a:t>
            </a:r>
          </a:p>
        </p:txBody>
      </p:sp>
      <p:sp>
        <p:nvSpPr>
          <p:cNvPr id="4" name="Contenidor de data 3">
            <a:extLst>
              <a:ext uri="{FF2B5EF4-FFF2-40B4-BE49-F238E27FC236}">
                <a16:creationId xmlns:a16="http://schemas.microsoft.com/office/drawing/2014/main" id="{F88FFACF-789F-0801-C8CE-A939C0136C94}"/>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5" name="Contenidor de peu de pàgina 4">
            <a:extLst>
              <a:ext uri="{FF2B5EF4-FFF2-40B4-BE49-F238E27FC236}">
                <a16:creationId xmlns:a16="http://schemas.microsoft.com/office/drawing/2014/main" id="{79EAF880-AAA8-17E5-6E14-7B97D8B4744F}"/>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B052ADAC-5C9C-7CFC-A5F9-09122B292E50}"/>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3128274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ol i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35A96855-F93E-5439-A33D-8B9E573AB7F1}"/>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52B3F822-2452-1CC2-7DCA-71DDB5ACE94F}"/>
              </a:ext>
            </a:extLst>
          </p:cNvPr>
          <p:cNvSpPr>
            <a:spLocks noGrp="1"/>
          </p:cNvSpPr>
          <p:nvPr>
            <p:ph idx="1"/>
          </p:nvPr>
        </p:nvSpPr>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69C4DFD9-C6E5-39C4-F0BD-7D284E9E8FBA}"/>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5" name="Contenidor de peu de pàgina 4">
            <a:extLst>
              <a:ext uri="{FF2B5EF4-FFF2-40B4-BE49-F238E27FC236}">
                <a16:creationId xmlns:a16="http://schemas.microsoft.com/office/drawing/2014/main" id="{DA0AE2D4-1A3B-1443-A3EA-773839B89937}"/>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4B07741A-10B5-8FFD-E231-4E2B0DD4CD93}"/>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2982977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pçalera de la sec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43BFB489-3251-89C2-BDD7-217F28591EC2}"/>
              </a:ext>
            </a:extLst>
          </p:cNvPr>
          <p:cNvSpPr>
            <a:spLocks noGrp="1"/>
          </p:cNvSpPr>
          <p:nvPr>
            <p:ph type="title"/>
          </p:nvPr>
        </p:nvSpPr>
        <p:spPr>
          <a:xfrm>
            <a:off x="831850" y="1709738"/>
            <a:ext cx="10515600" cy="2852737"/>
          </a:xfrm>
        </p:spPr>
        <p:txBody>
          <a:bodyPr anchor="b"/>
          <a:lstStyle>
            <a:lvl1pPr>
              <a:defRPr sz="6000"/>
            </a:lvl1pPr>
          </a:lstStyle>
          <a:p>
            <a:r>
              <a:rPr lang="ca-ES"/>
              <a:t>Feu clic aquí per editar l'estil</a:t>
            </a:r>
          </a:p>
        </p:txBody>
      </p:sp>
      <p:sp>
        <p:nvSpPr>
          <p:cNvPr id="3" name="Contenidor de text 2">
            <a:extLst>
              <a:ext uri="{FF2B5EF4-FFF2-40B4-BE49-F238E27FC236}">
                <a16:creationId xmlns:a16="http://schemas.microsoft.com/office/drawing/2014/main" id="{89B62310-D2A6-096A-3A72-86F8E38358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a-ES"/>
              <a:t>Feu clic per editar els estils del text del patró</a:t>
            </a:r>
          </a:p>
        </p:txBody>
      </p:sp>
      <p:sp>
        <p:nvSpPr>
          <p:cNvPr id="4" name="Contenidor de data 3">
            <a:extLst>
              <a:ext uri="{FF2B5EF4-FFF2-40B4-BE49-F238E27FC236}">
                <a16:creationId xmlns:a16="http://schemas.microsoft.com/office/drawing/2014/main" id="{994FAD78-7C0D-8FB0-9967-E64039228DE3}"/>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5" name="Contenidor de peu de pàgina 4">
            <a:extLst>
              <a:ext uri="{FF2B5EF4-FFF2-40B4-BE49-F238E27FC236}">
                <a16:creationId xmlns:a16="http://schemas.microsoft.com/office/drawing/2014/main" id="{F624ADF9-D198-E17C-C808-8A1310A023B1}"/>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BDFC6725-7F85-F216-1558-CFF3D73647A4}"/>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3614939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ctes">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2F16137D-1C1C-D04C-C9EE-DC6C50269C13}"/>
              </a:ext>
            </a:extLst>
          </p:cNvPr>
          <p:cNvSpPr>
            <a:spLocks noGrp="1"/>
          </p:cNvSpPr>
          <p:nvPr>
            <p:ph type="title"/>
          </p:nvPr>
        </p:nvSpPr>
        <p:spPr/>
        <p:txBody>
          <a:bodyPr/>
          <a:lstStyle/>
          <a:p>
            <a:r>
              <a:rPr lang="ca-ES"/>
              <a:t>Feu clic aquí per editar l'estil</a:t>
            </a:r>
          </a:p>
        </p:txBody>
      </p:sp>
      <p:sp>
        <p:nvSpPr>
          <p:cNvPr id="3" name="Contenidor de contingut 2">
            <a:extLst>
              <a:ext uri="{FF2B5EF4-FFF2-40B4-BE49-F238E27FC236}">
                <a16:creationId xmlns:a16="http://schemas.microsoft.com/office/drawing/2014/main" id="{2CA298DD-3F52-E011-6563-BFEAF35F1ED0}"/>
              </a:ext>
            </a:extLst>
          </p:cNvPr>
          <p:cNvSpPr>
            <a:spLocks noGrp="1"/>
          </p:cNvSpPr>
          <p:nvPr>
            <p:ph sz="half" idx="1"/>
          </p:nvPr>
        </p:nvSpPr>
        <p:spPr>
          <a:xfrm>
            <a:off x="838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contingut 3">
            <a:extLst>
              <a:ext uri="{FF2B5EF4-FFF2-40B4-BE49-F238E27FC236}">
                <a16:creationId xmlns:a16="http://schemas.microsoft.com/office/drawing/2014/main" id="{2E87850C-C426-1EB6-8F08-CAFA04910567}"/>
              </a:ext>
            </a:extLst>
          </p:cNvPr>
          <p:cNvSpPr>
            <a:spLocks noGrp="1"/>
          </p:cNvSpPr>
          <p:nvPr>
            <p:ph sz="half" idx="2"/>
          </p:nvPr>
        </p:nvSpPr>
        <p:spPr>
          <a:xfrm>
            <a:off x="6172200" y="1825625"/>
            <a:ext cx="5181600" cy="435133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data 4">
            <a:extLst>
              <a:ext uri="{FF2B5EF4-FFF2-40B4-BE49-F238E27FC236}">
                <a16:creationId xmlns:a16="http://schemas.microsoft.com/office/drawing/2014/main" id="{AF3B9AF3-B8C2-EAA4-5E85-6F9E0B333F7B}"/>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6" name="Contenidor de peu de pàgina 5">
            <a:extLst>
              <a:ext uri="{FF2B5EF4-FFF2-40B4-BE49-F238E27FC236}">
                <a16:creationId xmlns:a16="http://schemas.microsoft.com/office/drawing/2014/main" id="{CA020F2D-597B-0ECC-CC56-D3C6B5F735CC}"/>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C1FC0A24-9421-D578-35FD-3314359CD5F4}"/>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2520588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7791522D-F9E0-40F0-0704-4AC5E3FBA36F}"/>
              </a:ext>
            </a:extLst>
          </p:cNvPr>
          <p:cNvSpPr>
            <a:spLocks noGrp="1"/>
          </p:cNvSpPr>
          <p:nvPr>
            <p:ph type="title"/>
          </p:nvPr>
        </p:nvSpPr>
        <p:spPr>
          <a:xfrm>
            <a:off x="839788" y="365125"/>
            <a:ext cx="10515600" cy="1325563"/>
          </a:xfrm>
        </p:spPr>
        <p:txBody>
          <a:bodyPr/>
          <a:lstStyle/>
          <a:p>
            <a:r>
              <a:rPr lang="ca-ES"/>
              <a:t>Feu clic aquí per editar l'estil</a:t>
            </a:r>
          </a:p>
        </p:txBody>
      </p:sp>
      <p:sp>
        <p:nvSpPr>
          <p:cNvPr id="3" name="Contenidor de text 2">
            <a:extLst>
              <a:ext uri="{FF2B5EF4-FFF2-40B4-BE49-F238E27FC236}">
                <a16:creationId xmlns:a16="http://schemas.microsoft.com/office/drawing/2014/main" id="{A28410EF-D96F-4910-6776-BDE09DB102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4" name="Contenidor de contingut 3">
            <a:extLst>
              <a:ext uri="{FF2B5EF4-FFF2-40B4-BE49-F238E27FC236}">
                <a16:creationId xmlns:a16="http://schemas.microsoft.com/office/drawing/2014/main" id="{5E6E9C47-B364-3D1E-48BA-4F9C16A2CA1F}"/>
              </a:ext>
            </a:extLst>
          </p:cNvPr>
          <p:cNvSpPr>
            <a:spLocks noGrp="1"/>
          </p:cNvSpPr>
          <p:nvPr>
            <p:ph sz="half" idx="2"/>
          </p:nvPr>
        </p:nvSpPr>
        <p:spPr>
          <a:xfrm>
            <a:off x="839788" y="2505075"/>
            <a:ext cx="5157787"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5" name="Contenidor de text 4">
            <a:extLst>
              <a:ext uri="{FF2B5EF4-FFF2-40B4-BE49-F238E27FC236}">
                <a16:creationId xmlns:a16="http://schemas.microsoft.com/office/drawing/2014/main" id="{FF2DCFCE-7812-088E-6602-A46124E48B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a-ES"/>
              <a:t>Feu clic per editar els estils del text del patró</a:t>
            </a:r>
          </a:p>
        </p:txBody>
      </p:sp>
      <p:sp>
        <p:nvSpPr>
          <p:cNvPr id="6" name="Contenidor de contingut 5">
            <a:extLst>
              <a:ext uri="{FF2B5EF4-FFF2-40B4-BE49-F238E27FC236}">
                <a16:creationId xmlns:a16="http://schemas.microsoft.com/office/drawing/2014/main" id="{5B8AFC9E-4E0E-363F-0D19-D69047640BE2}"/>
              </a:ext>
            </a:extLst>
          </p:cNvPr>
          <p:cNvSpPr>
            <a:spLocks noGrp="1"/>
          </p:cNvSpPr>
          <p:nvPr>
            <p:ph sz="quarter" idx="4"/>
          </p:nvPr>
        </p:nvSpPr>
        <p:spPr>
          <a:xfrm>
            <a:off x="6172200" y="2505075"/>
            <a:ext cx="5183188" cy="3684588"/>
          </a:xfrm>
        </p:spPr>
        <p:txBody>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7" name="Contenidor de data 6">
            <a:extLst>
              <a:ext uri="{FF2B5EF4-FFF2-40B4-BE49-F238E27FC236}">
                <a16:creationId xmlns:a16="http://schemas.microsoft.com/office/drawing/2014/main" id="{88707030-9004-592C-53F6-ACD3C85E15C0}"/>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8" name="Contenidor de peu de pàgina 7">
            <a:extLst>
              <a:ext uri="{FF2B5EF4-FFF2-40B4-BE49-F238E27FC236}">
                <a16:creationId xmlns:a16="http://schemas.microsoft.com/office/drawing/2014/main" id="{20EC9365-F504-98F5-B214-7EA6985C397A}"/>
              </a:ext>
            </a:extLst>
          </p:cNvPr>
          <p:cNvSpPr>
            <a:spLocks noGrp="1"/>
          </p:cNvSpPr>
          <p:nvPr>
            <p:ph type="ftr" sz="quarter" idx="11"/>
          </p:nvPr>
        </p:nvSpPr>
        <p:spPr/>
        <p:txBody>
          <a:bodyPr/>
          <a:lstStyle/>
          <a:p>
            <a:endParaRPr lang="ca-ES"/>
          </a:p>
        </p:txBody>
      </p:sp>
      <p:sp>
        <p:nvSpPr>
          <p:cNvPr id="9" name="Contenidor de número de diapositiva 8">
            <a:extLst>
              <a:ext uri="{FF2B5EF4-FFF2-40B4-BE49-F238E27FC236}">
                <a16:creationId xmlns:a16="http://schemas.microsoft.com/office/drawing/2014/main" id="{0B242902-E767-F500-C1BE-C5163790C835}"/>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1156315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omés títo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AF0CE0E-045C-BD32-8FA2-331EDFF6B61F}"/>
              </a:ext>
            </a:extLst>
          </p:cNvPr>
          <p:cNvSpPr>
            <a:spLocks noGrp="1"/>
          </p:cNvSpPr>
          <p:nvPr>
            <p:ph type="title"/>
          </p:nvPr>
        </p:nvSpPr>
        <p:spPr/>
        <p:txBody>
          <a:bodyPr/>
          <a:lstStyle/>
          <a:p>
            <a:r>
              <a:rPr lang="ca-ES"/>
              <a:t>Feu clic aquí per editar l'estil</a:t>
            </a:r>
          </a:p>
        </p:txBody>
      </p:sp>
      <p:sp>
        <p:nvSpPr>
          <p:cNvPr id="3" name="Contenidor de data 2">
            <a:extLst>
              <a:ext uri="{FF2B5EF4-FFF2-40B4-BE49-F238E27FC236}">
                <a16:creationId xmlns:a16="http://schemas.microsoft.com/office/drawing/2014/main" id="{0E438706-DDFD-7D49-C44F-4F2E12C15CA9}"/>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4" name="Contenidor de peu de pàgina 3">
            <a:extLst>
              <a:ext uri="{FF2B5EF4-FFF2-40B4-BE49-F238E27FC236}">
                <a16:creationId xmlns:a16="http://schemas.microsoft.com/office/drawing/2014/main" id="{E7AE0208-D3C9-0B88-E297-800D271D47DA}"/>
              </a:ext>
            </a:extLst>
          </p:cNvPr>
          <p:cNvSpPr>
            <a:spLocks noGrp="1"/>
          </p:cNvSpPr>
          <p:nvPr>
            <p:ph type="ftr" sz="quarter" idx="11"/>
          </p:nvPr>
        </p:nvSpPr>
        <p:spPr/>
        <p:txBody>
          <a:bodyPr/>
          <a:lstStyle/>
          <a:p>
            <a:endParaRPr lang="ca-ES"/>
          </a:p>
        </p:txBody>
      </p:sp>
      <p:sp>
        <p:nvSpPr>
          <p:cNvPr id="5" name="Contenidor de número de diapositiva 4">
            <a:extLst>
              <a:ext uri="{FF2B5EF4-FFF2-40B4-BE49-F238E27FC236}">
                <a16:creationId xmlns:a16="http://schemas.microsoft.com/office/drawing/2014/main" id="{B0807319-B51D-637E-3DD7-41F3E9F86A49}"/>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4003717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
    <p:spTree>
      <p:nvGrpSpPr>
        <p:cNvPr id="1" name=""/>
        <p:cNvGrpSpPr/>
        <p:nvPr/>
      </p:nvGrpSpPr>
      <p:grpSpPr>
        <a:xfrm>
          <a:off x="0" y="0"/>
          <a:ext cx="0" cy="0"/>
          <a:chOff x="0" y="0"/>
          <a:chExt cx="0" cy="0"/>
        </a:xfrm>
      </p:grpSpPr>
      <p:sp>
        <p:nvSpPr>
          <p:cNvPr id="2" name="Contenidor de data 1">
            <a:extLst>
              <a:ext uri="{FF2B5EF4-FFF2-40B4-BE49-F238E27FC236}">
                <a16:creationId xmlns:a16="http://schemas.microsoft.com/office/drawing/2014/main" id="{ED563237-489B-F4B3-7977-D8407104472D}"/>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3" name="Contenidor de peu de pàgina 2">
            <a:extLst>
              <a:ext uri="{FF2B5EF4-FFF2-40B4-BE49-F238E27FC236}">
                <a16:creationId xmlns:a16="http://schemas.microsoft.com/office/drawing/2014/main" id="{C7C94FBF-F1D6-7E12-5B7A-2CE04FA3C9C9}"/>
              </a:ext>
            </a:extLst>
          </p:cNvPr>
          <p:cNvSpPr>
            <a:spLocks noGrp="1"/>
          </p:cNvSpPr>
          <p:nvPr>
            <p:ph type="ftr" sz="quarter" idx="11"/>
          </p:nvPr>
        </p:nvSpPr>
        <p:spPr/>
        <p:txBody>
          <a:bodyPr/>
          <a:lstStyle/>
          <a:p>
            <a:endParaRPr lang="ca-ES"/>
          </a:p>
        </p:txBody>
      </p:sp>
      <p:sp>
        <p:nvSpPr>
          <p:cNvPr id="4" name="Contenidor de número de diapositiva 3">
            <a:extLst>
              <a:ext uri="{FF2B5EF4-FFF2-40B4-BE49-F238E27FC236}">
                <a16:creationId xmlns:a16="http://schemas.microsoft.com/office/drawing/2014/main" id="{82E1C320-29D1-88F3-DF72-30D1864569E1}"/>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1030738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ingut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150F2AC7-A32B-4560-A690-62EA92828C25}"/>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e contingut 2">
            <a:extLst>
              <a:ext uri="{FF2B5EF4-FFF2-40B4-BE49-F238E27FC236}">
                <a16:creationId xmlns:a16="http://schemas.microsoft.com/office/drawing/2014/main" id="{D1549CC0-386C-E856-1D24-F528AFE211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text 3">
            <a:extLst>
              <a:ext uri="{FF2B5EF4-FFF2-40B4-BE49-F238E27FC236}">
                <a16:creationId xmlns:a16="http://schemas.microsoft.com/office/drawing/2014/main" id="{0724FA0E-A7E1-D74E-1935-CBF79B9DCF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EE029152-D1EE-4CD8-D100-F77BC65E155B}"/>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6" name="Contenidor de peu de pàgina 5">
            <a:extLst>
              <a:ext uri="{FF2B5EF4-FFF2-40B4-BE49-F238E27FC236}">
                <a16:creationId xmlns:a16="http://schemas.microsoft.com/office/drawing/2014/main" id="{075AE2F6-2710-CBD8-539A-758F490251F1}"/>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92A119D6-FC74-51D4-3FFF-2E90908629D2}"/>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357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tge amb llegenda">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094139B0-B727-07EB-6AAA-7B4CF45F0357}"/>
              </a:ext>
            </a:extLst>
          </p:cNvPr>
          <p:cNvSpPr>
            <a:spLocks noGrp="1"/>
          </p:cNvSpPr>
          <p:nvPr>
            <p:ph type="title"/>
          </p:nvPr>
        </p:nvSpPr>
        <p:spPr>
          <a:xfrm>
            <a:off x="839788" y="457200"/>
            <a:ext cx="3932237" cy="1600200"/>
          </a:xfrm>
        </p:spPr>
        <p:txBody>
          <a:bodyPr anchor="b"/>
          <a:lstStyle>
            <a:lvl1pPr>
              <a:defRPr sz="3200"/>
            </a:lvl1pPr>
          </a:lstStyle>
          <a:p>
            <a:r>
              <a:rPr lang="ca-ES"/>
              <a:t>Feu clic aquí per editar l'estil</a:t>
            </a:r>
          </a:p>
        </p:txBody>
      </p:sp>
      <p:sp>
        <p:nvSpPr>
          <p:cNvPr id="3" name="Contenidor d'imatge 2">
            <a:extLst>
              <a:ext uri="{FF2B5EF4-FFF2-40B4-BE49-F238E27FC236}">
                <a16:creationId xmlns:a16="http://schemas.microsoft.com/office/drawing/2014/main" id="{8ED012BC-A7E1-4667-56D4-299F60AF97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a-ES"/>
          </a:p>
        </p:txBody>
      </p:sp>
      <p:sp>
        <p:nvSpPr>
          <p:cNvPr id="4" name="Contenidor de text 3">
            <a:extLst>
              <a:ext uri="{FF2B5EF4-FFF2-40B4-BE49-F238E27FC236}">
                <a16:creationId xmlns:a16="http://schemas.microsoft.com/office/drawing/2014/main" id="{89847E54-61CB-0CBF-E4AE-82CAFA2AF6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a-ES"/>
              <a:t>Feu clic per editar els estils del text del patró</a:t>
            </a:r>
          </a:p>
        </p:txBody>
      </p:sp>
      <p:sp>
        <p:nvSpPr>
          <p:cNvPr id="5" name="Contenidor de data 4">
            <a:extLst>
              <a:ext uri="{FF2B5EF4-FFF2-40B4-BE49-F238E27FC236}">
                <a16:creationId xmlns:a16="http://schemas.microsoft.com/office/drawing/2014/main" id="{45E7AA62-CFA4-311F-4918-BA47F4FDB77C}"/>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6" name="Contenidor de peu de pàgina 5">
            <a:extLst>
              <a:ext uri="{FF2B5EF4-FFF2-40B4-BE49-F238E27FC236}">
                <a16:creationId xmlns:a16="http://schemas.microsoft.com/office/drawing/2014/main" id="{77A67EA3-F3D2-C7F9-4080-56AA5D77C315}"/>
              </a:ext>
            </a:extLst>
          </p:cNvPr>
          <p:cNvSpPr>
            <a:spLocks noGrp="1"/>
          </p:cNvSpPr>
          <p:nvPr>
            <p:ph type="ftr" sz="quarter" idx="11"/>
          </p:nvPr>
        </p:nvSpPr>
        <p:spPr/>
        <p:txBody>
          <a:bodyPr/>
          <a:lstStyle/>
          <a:p>
            <a:endParaRPr lang="ca-ES"/>
          </a:p>
        </p:txBody>
      </p:sp>
      <p:sp>
        <p:nvSpPr>
          <p:cNvPr id="7" name="Contenidor de número de diapositiva 6">
            <a:extLst>
              <a:ext uri="{FF2B5EF4-FFF2-40B4-BE49-F238E27FC236}">
                <a16:creationId xmlns:a16="http://schemas.microsoft.com/office/drawing/2014/main" id="{0A936F9C-691D-5467-C05F-B3F45B5A8098}"/>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261755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ol i text vertical">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574B745B-7626-BF10-44AD-334BE9FFD693}"/>
              </a:ext>
            </a:extLst>
          </p:cNvPr>
          <p:cNvSpPr>
            <a:spLocks noGrp="1"/>
          </p:cNvSpPr>
          <p:nvPr>
            <p:ph type="title"/>
          </p:nvPr>
        </p:nvSpPr>
        <p:spPr/>
        <p:txBody>
          <a:bodyPr/>
          <a:lstStyle/>
          <a:p>
            <a:r>
              <a:rPr lang="ca-ES"/>
              <a:t>Feu clic aquí per editar l'estil</a:t>
            </a:r>
          </a:p>
        </p:txBody>
      </p:sp>
      <p:sp>
        <p:nvSpPr>
          <p:cNvPr id="3" name="Contenidor de text vertical 2">
            <a:extLst>
              <a:ext uri="{FF2B5EF4-FFF2-40B4-BE49-F238E27FC236}">
                <a16:creationId xmlns:a16="http://schemas.microsoft.com/office/drawing/2014/main" id="{946221B5-0F5C-ED28-0EDB-613092CC4413}"/>
              </a:ext>
            </a:extLst>
          </p:cNvPr>
          <p:cNvSpPr>
            <a:spLocks noGrp="1"/>
          </p:cNvSpPr>
          <p:nvPr>
            <p:ph type="body" orient="vert" idx="1"/>
          </p:nvPr>
        </p:nvSpPr>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A36F1400-DB29-10B2-DD7A-776513999FA9}"/>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5" name="Contenidor de peu de pàgina 4">
            <a:extLst>
              <a:ext uri="{FF2B5EF4-FFF2-40B4-BE49-F238E27FC236}">
                <a16:creationId xmlns:a16="http://schemas.microsoft.com/office/drawing/2014/main" id="{00EC84A6-B170-B80F-EF10-9D60D7A1BB81}"/>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B04A0F33-8984-8A48-C309-0CA8A5D7018E}"/>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3676047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ol vertical i text">
    <p:spTree>
      <p:nvGrpSpPr>
        <p:cNvPr id="1" name=""/>
        <p:cNvGrpSpPr/>
        <p:nvPr/>
      </p:nvGrpSpPr>
      <p:grpSpPr>
        <a:xfrm>
          <a:off x="0" y="0"/>
          <a:ext cx="0" cy="0"/>
          <a:chOff x="0" y="0"/>
          <a:chExt cx="0" cy="0"/>
        </a:xfrm>
      </p:grpSpPr>
      <p:sp>
        <p:nvSpPr>
          <p:cNvPr id="2" name="Títol vertical 1">
            <a:extLst>
              <a:ext uri="{FF2B5EF4-FFF2-40B4-BE49-F238E27FC236}">
                <a16:creationId xmlns:a16="http://schemas.microsoft.com/office/drawing/2014/main" id="{7546E30C-CC92-D644-868A-F9F8D8D5737D}"/>
              </a:ext>
            </a:extLst>
          </p:cNvPr>
          <p:cNvSpPr>
            <a:spLocks noGrp="1"/>
          </p:cNvSpPr>
          <p:nvPr>
            <p:ph type="title" orient="vert"/>
          </p:nvPr>
        </p:nvSpPr>
        <p:spPr>
          <a:xfrm>
            <a:off x="8724900" y="365125"/>
            <a:ext cx="2628900" cy="5811838"/>
          </a:xfrm>
        </p:spPr>
        <p:txBody>
          <a:bodyPr vert="eaVert"/>
          <a:lstStyle/>
          <a:p>
            <a:r>
              <a:rPr lang="ca-ES"/>
              <a:t>Feu clic aquí per editar l'estil</a:t>
            </a:r>
          </a:p>
        </p:txBody>
      </p:sp>
      <p:sp>
        <p:nvSpPr>
          <p:cNvPr id="3" name="Contenidor de text vertical 2">
            <a:extLst>
              <a:ext uri="{FF2B5EF4-FFF2-40B4-BE49-F238E27FC236}">
                <a16:creationId xmlns:a16="http://schemas.microsoft.com/office/drawing/2014/main" id="{19DBE83F-ABF3-2B98-D52F-B3633A25D577}"/>
              </a:ext>
            </a:extLst>
          </p:cNvPr>
          <p:cNvSpPr>
            <a:spLocks noGrp="1"/>
          </p:cNvSpPr>
          <p:nvPr>
            <p:ph type="body" orient="vert" idx="1"/>
          </p:nvPr>
        </p:nvSpPr>
        <p:spPr>
          <a:xfrm>
            <a:off x="838200" y="365125"/>
            <a:ext cx="7734300" cy="5811838"/>
          </a:xfrm>
        </p:spPr>
        <p:txBody>
          <a:bodyPr vert="eaVert"/>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FAC1AFB6-46B1-398F-92E6-D5FF494DC7DE}"/>
              </a:ext>
            </a:extLst>
          </p:cNvPr>
          <p:cNvSpPr>
            <a:spLocks noGrp="1"/>
          </p:cNvSpPr>
          <p:nvPr>
            <p:ph type="dt" sz="half" idx="10"/>
          </p:nvPr>
        </p:nvSpPr>
        <p:spPr/>
        <p:txBody>
          <a:bodyPr/>
          <a:lstStyle/>
          <a:p>
            <a:fld id="{730BA6A8-DE3A-487E-8690-6B4D1743FEDF}" type="datetimeFigureOut">
              <a:rPr lang="ca-ES" smtClean="0"/>
              <a:t>10/4/2024</a:t>
            </a:fld>
            <a:endParaRPr lang="ca-ES"/>
          </a:p>
        </p:txBody>
      </p:sp>
      <p:sp>
        <p:nvSpPr>
          <p:cNvPr id="5" name="Contenidor de peu de pàgina 4">
            <a:extLst>
              <a:ext uri="{FF2B5EF4-FFF2-40B4-BE49-F238E27FC236}">
                <a16:creationId xmlns:a16="http://schemas.microsoft.com/office/drawing/2014/main" id="{5105EC48-DF3B-A537-EE76-AB81BE4CC749}"/>
              </a:ext>
            </a:extLst>
          </p:cNvPr>
          <p:cNvSpPr>
            <a:spLocks noGrp="1"/>
          </p:cNvSpPr>
          <p:nvPr>
            <p:ph type="ftr" sz="quarter" idx="11"/>
          </p:nvPr>
        </p:nvSpPr>
        <p:spPr/>
        <p:txBody>
          <a:bodyPr/>
          <a:lstStyle/>
          <a:p>
            <a:endParaRPr lang="ca-ES"/>
          </a:p>
        </p:txBody>
      </p:sp>
      <p:sp>
        <p:nvSpPr>
          <p:cNvPr id="6" name="Contenidor de número de diapositiva 5">
            <a:extLst>
              <a:ext uri="{FF2B5EF4-FFF2-40B4-BE49-F238E27FC236}">
                <a16:creationId xmlns:a16="http://schemas.microsoft.com/office/drawing/2014/main" id="{BA6F8452-E436-D706-7DC4-019B9F360A4E}"/>
              </a:ext>
            </a:extLst>
          </p:cNvPr>
          <p:cNvSpPr>
            <a:spLocks noGrp="1"/>
          </p:cNvSpPr>
          <p:nvPr>
            <p:ph type="sldNum" sz="quarter" idx="12"/>
          </p:nvPr>
        </p:nvSpPr>
        <p:spPr/>
        <p:txBody>
          <a:bodyPr/>
          <a:lstStyle/>
          <a:p>
            <a:fld id="{BE192D9B-3A52-4BED-8F38-B7354613582F}" type="slidenum">
              <a:rPr lang="ca-ES" smtClean="0"/>
              <a:t>‹#›</a:t>
            </a:fld>
            <a:endParaRPr lang="ca-ES"/>
          </a:p>
        </p:txBody>
      </p:sp>
    </p:spTree>
    <p:extLst>
      <p:ext uri="{BB962C8B-B14F-4D97-AF65-F5344CB8AC3E}">
        <p14:creationId xmlns:p14="http://schemas.microsoft.com/office/powerpoint/2010/main" val="742560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idor de títol 1">
            <a:extLst>
              <a:ext uri="{FF2B5EF4-FFF2-40B4-BE49-F238E27FC236}">
                <a16:creationId xmlns:a16="http://schemas.microsoft.com/office/drawing/2014/main" id="{4A92363E-1E88-5DC0-D235-DAC86C32BD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a-ES"/>
              <a:t>Feu clic aquí per editar l'estil</a:t>
            </a:r>
          </a:p>
        </p:txBody>
      </p:sp>
      <p:sp>
        <p:nvSpPr>
          <p:cNvPr id="3" name="Contenidor de text 2">
            <a:extLst>
              <a:ext uri="{FF2B5EF4-FFF2-40B4-BE49-F238E27FC236}">
                <a16:creationId xmlns:a16="http://schemas.microsoft.com/office/drawing/2014/main" id="{104BA908-CAC5-EA9F-8616-ECC79683DC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a-ES"/>
              <a:t>Feu clic per editar els estils del text del patró</a:t>
            </a:r>
          </a:p>
          <a:p>
            <a:pPr lvl="1"/>
            <a:r>
              <a:rPr lang="ca-ES"/>
              <a:t>Segon nivell</a:t>
            </a:r>
          </a:p>
          <a:p>
            <a:pPr lvl="2"/>
            <a:r>
              <a:rPr lang="ca-ES"/>
              <a:t>Tercer nivell</a:t>
            </a:r>
          </a:p>
          <a:p>
            <a:pPr lvl="3"/>
            <a:r>
              <a:rPr lang="ca-ES"/>
              <a:t>Quart nivell</a:t>
            </a:r>
          </a:p>
          <a:p>
            <a:pPr lvl="4"/>
            <a:r>
              <a:rPr lang="ca-ES"/>
              <a:t>Cinquè nivell</a:t>
            </a:r>
          </a:p>
        </p:txBody>
      </p:sp>
      <p:sp>
        <p:nvSpPr>
          <p:cNvPr id="4" name="Contenidor de data 3">
            <a:extLst>
              <a:ext uri="{FF2B5EF4-FFF2-40B4-BE49-F238E27FC236}">
                <a16:creationId xmlns:a16="http://schemas.microsoft.com/office/drawing/2014/main" id="{C2EA4B7A-8C4D-FB1B-2B50-470BA341B6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0BA6A8-DE3A-487E-8690-6B4D1743FEDF}" type="datetimeFigureOut">
              <a:rPr lang="ca-ES" smtClean="0"/>
              <a:t>10/4/2024</a:t>
            </a:fld>
            <a:endParaRPr lang="ca-ES"/>
          </a:p>
        </p:txBody>
      </p:sp>
      <p:sp>
        <p:nvSpPr>
          <p:cNvPr id="5" name="Contenidor de peu de pàgina 4">
            <a:extLst>
              <a:ext uri="{FF2B5EF4-FFF2-40B4-BE49-F238E27FC236}">
                <a16:creationId xmlns:a16="http://schemas.microsoft.com/office/drawing/2014/main" id="{8B76FDBF-B9D2-920E-AEBC-7BB156BA9F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ca-ES"/>
          </a:p>
        </p:txBody>
      </p:sp>
      <p:sp>
        <p:nvSpPr>
          <p:cNvPr id="6" name="Contenidor de número de diapositiva 5">
            <a:extLst>
              <a:ext uri="{FF2B5EF4-FFF2-40B4-BE49-F238E27FC236}">
                <a16:creationId xmlns:a16="http://schemas.microsoft.com/office/drawing/2014/main" id="{469B7E8F-B3AD-C5D3-18B1-98A320AE5B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192D9B-3A52-4BED-8F38-B7354613582F}" type="slidenum">
              <a:rPr lang="ca-ES" smtClean="0"/>
              <a:t>‹#›</a:t>
            </a:fld>
            <a:endParaRPr lang="ca-ES"/>
          </a:p>
        </p:txBody>
      </p:sp>
    </p:spTree>
    <p:extLst>
      <p:ext uri="{BB962C8B-B14F-4D97-AF65-F5344CB8AC3E}">
        <p14:creationId xmlns:p14="http://schemas.microsoft.com/office/powerpoint/2010/main" val="2686970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a-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tge 5">
            <a:extLst>
              <a:ext uri="{FF2B5EF4-FFF2-40B4-BE49-F238E27FC236}">
                <a16:creationId xmlns:a16="http://schemas.microsoft.com/office/drawing/2014/main" id="{7D38AB29-B371-107A-9578-4155B8299578}"/>
              </a:ext>
            </a:extLst>
          </p:cNvPr>
          <p:cNvPicPr>
            <a:picLocks noChangeAspect="1"/>
          </p:cNvPicPr>
          <p:nvPr/>
        </p:nvPicPr>
        <p:blipFill>
          <a:blip r:embed="rId2"/>
          <a:stretch>
            <a:fillRect/>
          </a:stretch>
        </p:blipFill>
        <p:spPr>
          <a:xfrm>
            <a:off x="411841" y="1439386"/>
            <a:ext cx="6168792" cy="3818414"/>
          </a:xfrm>
          <a:prstGeom prst="rect">
            <a:avLst/>
          </a:prstGeom>
        </p:spPr>
      </p:pic>
      <p:sp>
        <p:nvSpPr>
          <p:cNvPr id="3" name="Subtítol 2">
            <a:extLst>
              <a:ext uri="{FF2B5EF4-FFF2-40B4-BE49-F238E27FC236}">
                <a16:creationId xmlns:a16="http://schemas.microsoft.com/office/drawing/2014/main" id="{A80C7272-C0E7-86EF-1248-50E838B1D1B6}"/>
              </a:ext>
            </a:extLst>
          </p:cNvPr>
          <p:cNvSpPr>
            <a:spLocks noGrp="1"/>
          </p:cNvSpPr>
          <p:nvPr>
            <p:ph type="subTitle" idx="1"/>
          </p:nvPr>
        </p:nvSpPr>
        <p:spPr>
          <a:xfrm>
            <a:off x="6754367" y="3295616"/>
            <a:ext cx="4663759" cy="1962184"/>
          </a:xfrm>
        </p:spPr>
        <p:txBody>
          <a:bodyPr>
            <a:normAutofit fontScale="92500" lnSpcReduction="20000"/>
          </a:bodyPr>
          <a:lstStyle/>
          <a:p>
            <a:pPr marL="285750" indent="-285750" algn="l">
              <a:buFont typeface="Arial" panose="020B0604020202020204" pitchFamily="34" charset="0"/>
              <a:buChar char="•"/>
            </a:pPr>
            <a:r>
              <a:rPr lang="es-ES" sz="1400" dirty="0"/>
              <a:t>Pasivo vemos una disminución del Patrimonio neto en año 7 aun habiendo aumentado las aportaciones de capital por parte de los socios.</a:t>
            </a:r>
          </a:p>
          <a:p>
            <a:pPr marL="285750" indent="-285750" algn="l">
              <a:buFont typeface="Arial" panose="020B0604020202020204" pitchFamily="34" charset="0"/>
              <a:buChar char="•"/>
            </a:pPr>
            <a:r>
              <a:rPr lang="es-ES" sz="1400" dirty="0"/>
              <a:t>Ampliación de capital en año 7 por falta de tesorería y compensar las perdidas posiblemente para mejorar el ratio de endeudamiento.</a:t>
            </a:r>
          </a:p>
          <a:p>
            <a:pPr marL="285750" indent="-285750" algn="l">
              <a:buFont typeface="Arial" panose="020B0604020202020204" pitchFamily="34" charset="0"/>
              <a:buChar char="•"/>
            </a:pPr>
            <a:r>
              <a:rPr lang="es-ES" sz="1400" dirty="0"/>
              <a:t>Aumento del crédito a CP para hacer frente a los problemas de tesorería provocando un aumento de deuda con los proveedores.</a:t>
            </a:r>
          </a:p>
          <a:p>
            <a:pPr marL="285750" indent="-285750" algn="l">
              <a:buFont typeface="Arial" panose="020B0604020202020204" pitchFamily="34" charset="0"/>
              <a:buChar char="•"/>
            </a:pPr>
            <a:r>
              <a:rPr lang="es-ES" sz="1400" dirty="0"/>
              <a:t>Por la inversión en el inmovilizado aumento créditos L.P</a:t>
            </a:r>
          </a:p>
        </p:txBody>
      </p:sp>
      <p:sp>
        <p:nvSpPr>
          <p:cNvPr id="8" name="Subtítol 2">
            <a:extLst>
              <a:ext uri="{FF2B5EF4-FFF2-40B4-BE49-F238E27FC236}">
                <a16:creationId xmlns:a16="http://schemas.microsoft.com/office/drawing/2014/main" id="{88DF718D-8DDB-6A24-32D9-FBCCC10D830A}"/>
              </a:ext>
            </a:extLst>
          </p:cNvPr>
          <p:cNvSpPr txBox="1">
            <a:spLocks/>
          </p:cNvSpPr>
          <p:nvPr/>
        </p:nvSpPr>
        <p:spPr>
          <a:xfrm>
            <a:off x="6754367" y="1439386"/>
            <a:ext cx="4551807" cy="176101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r>
              <a:rPr lang="es-ES" sz="1400" dirty="0"/>
              <a:t>Activo no corriente vemos que hay problemas de tesorería, va disminuyendo año tras año.</a:t>
            </a:r>
          </a:p>
          <a:p>
            <a:pPr marL="285750" indent="-285750" algn="l">
              <a:buFont typeface="Arial" panose="020B0604020202020204" pitchFamily="34" charset="0"/>
              <a:buChar char="•"/>
            </a:pPr>
            <a:r>
              <a:rPr lang="es-ES" sz="1400" dirty="0"/>
              <a:t>Una de las causas podría ser el aumento de deudores.</a:t>
            </a:r>
          </a:p>
          <a:p>
            <a:pPr marL="285750" indent="-285750" algn="l">
              <a:buFont typeface="Arial" panose="020B0604020202020204" pitchFamily="34" charset="0"/>
              <a:buChar char="•"/>
            </a:pPr>
            <a:r>
              <a:rPr lang="es-ES" sz="1400" dirty="0"/>
              <a:t>Crecimiento en Inversión en el inmovilizado material (maquinaria)</a:t>
            </a:r>
          </a:p>
          <a:p>
            <a:pPr marL="285750" indent="-285750" algn="l">
              <a:buFont typeface="Arial" panose="020B0604020202020204" pitchFamily="34" charset="0"/>
              <a:buChar char="•"/>
            </a:pPr>
            <a:r>
              <a:rPr lang="es-ES" sz="1400" dirty="0"/>
              <a:t>Disminuyen las existencias dato interesante viendo el aumento de coste provisionamientos en la cuenta de Resultados.</a:t>
            </a:r>
          </a:p>
        </p:txBody>
      </p:sp>
      <p:sp>
        <p:nvSpPr>
          <p:cNvPr id="9" name="QuadreDeText 8">
            <a:extLst>
              <a:ext uri="{FF2B5EF4-FFF2-40B4-BE49-F238E27FC236}">
                <a16:creationId xmlns:a16="http://schemas.microsoft.com/office/drawing/2014/main" id="{278EA84A-505A-A34C-0093-B3E4DA84B03F}"/>
              </a:ext>
            </a:extLst>
          </p:cNvPr>
          <p:cNvSpPr txBox="1"/>
          <p:nvPr/>
        </p:nvSpPr>
        <p:spPr>
          <a:xfrm>
            <a:off x="512064" y="512064"/>
            <a:ext cx="5989320" cy="461665"/>
          </a:xfrm>
          <a:prstGeom prst="rect">
            <a:avLst/>
          </a:prstGeom>
          <a:noFill/>
        </p:spPr>
        <p:txBody>
          <a:bodyPr wrap="square" rtlCol="0">
            <a:spAutoFit/>
          </a:bodyPr>
          <a:lstStyle/>
          <a:p>
            <a:pPr algn="ctr"/>
            <a:r>
              <a:rPr lang="es-ES" sz="2400" dirty="0"/>
              <a:t>ANALISIS VERTICAL Y HORITZONTAL</a:t>
            </a:r>
            <a:endParaRPr lang="ca-ES" sz="2400" dirty="0"/>
          </a:p>
        </p:txBody>
      </p:sp>
    </p:spTree>
    <p:extLst>
      <p:ext uri="{BB962C8B-B14F-4D97-AF65-F5344CB8AC3E}">
        <p14:creationId xmlns:p14="http://schemas.microsoft.com/office/powerpoint/2010/main" val="3658895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ol 1">
            <a:extLst>
              <a:ext uri="{FF2B5EF4-FFF2-40B4-BE49-F238E27FC236}">
                <a16:creationId xmlns:a16="http://schemas.microsoft.com/office/drawing/2014/main" id="{D855D2A2-28C1-A8DA-CDA6-772053845498}"/>
              </a:ext>
            </a:extLst>
          </p:cNvPr>
          <p:cNvSpPr>
            <a:spLocks noGrp="1"/>
          </p:cNvSpPr>
          <p:nvPr>
            <p:ph type="title"/>
          </p:nvPr>
        </p:nvSpPr>
        <p:spPr>
          <a:xfrm>
            <a:off x="1129756" y="4400550"/>
            <a:ext cx="9638224" cy="581026"/>
          </a:xfrm>
        </p:spPr>
        <p:txBody>
          <a:bodyPr>
            <a:noAutofit/>
          </a:bodyPr>
          <a:lstStyle/>
          <a:p>
            <a:br>
              <a:rPr lang="es-ES" sz="2000" dirty="0"/>
            </a:br>
            <a:endParaRPr lang="ca-ES" sz="2000" dirty="0"/>
          </a:p>
        </p:txBody>
      </p:sp>
      <p:sp>
        <p:nvSpPr>
          <p:cNvPr id="7" name="QuadreDeText 6">
            <a:extLst>
              <a:ext uri="{FF2B5EF4-FFF2-40B4-BE49-F238E27FC236}">
                <a16:creationId xmlns:a16="http://schemas.microsoft.com/office/drawing/2014/main" id="{F1094E6D-CD98-449F-6761-3D49FD0DB6F1}"/>
              </a:ext>
            </a:extLst>
          </p:cNvPr>
          <p:cNvSpPr txBox="1"/>
          <p:nvPr/>
        </p:nvSpPr>
        <p:spPr>
          <a:xfrm>
            <a:off x="1047750" y="3824603"/>
            <a:ext cx="4819650" cy="3108543"/>
          </a:xfrm>
          <a:prstGeom prst="rect">
            <a:avLst/>
          </a:prstGeom>
          <a:noFill/>
        </p:spPr>
        <p:txBody>
          <a:bodyPr wrap="square">
            <a:spAutoFit/>
          </a:bodyPr>
          <a:lstStyle/>
          <a:p>
            <a:pPr marL="285750" indent="-285750">
              <a:buFont typeface="Arial" panose="020B0604020202020204" pitchFamily="34" charset="0"/>
              <a:buChar char="•"/>
            </a:pPr>
            <a:r>
              <a:rPr lang="es-ES" sz="1600" b="0" i="0" u="none" strike="noStrike" dirty="0">
                <a:solidFill>
                  <a:srgbClr val="000000"/>
                </a:solidFill>
                <a:effectLst/>
              </a:rPr>
              <a:t>Tenemos un crecimiento  de la ventas.</a:t>
            </a:r>
          </a:p>
          <a:p>
            <a:endParaRPr lang="es-ES" sz="1600" b="0" i="0" u="none" strike="noStrike" dirty="0">
              <a:solidFill>
                <a:srgbClr val="000000"/>
              </a:solidFill>
              <a:effectLst/>
            </a:endParaRPr>
          </a:p>
          <a:p>
            <a:pPr marL="285750" indent="-285750">
              <a:buFont typeface="Arial" panose="020B0604020202020204" pitchFamily="34" charset="0"/>
              <a:buChar char="•"/>
            </a:pPr>
            <a:r>
              <a:rPr lang="es-ES" sz="1600" b="0" i="0" u="none" strike="noStrike" dirty="0">
                <a:solidFill>
                  <a:srgbClr val="000000"/>
                </a:solidFill>
                <a:effectLst/>
              </a:rPr>
              <a:t> Tenemos una aumento mu</a:t>
            </a:r>
            <a:r>
              <a:rPr lang="es-ES" sz="1600" dirty="0">
                <a:solidFill>
                  <a:srgbClr val="000000"/>
                </a:solidFill>
              </a:rPr>
              <a:t>y </a:t>
            </a:r>
            <a:r>
              <a:rPr lang="es-ES" sz="1600" b="0" i="0" u="none" strike="noStrike" dirty="0">
                <a:solidFill>
                  <a:srgbClr val="000000"/>
                </a:solidFill>
                <a:effectLst/>
              </a:rPr>
              <a:t>significativo de costes de fabricación.</a:t>
            </a:r>
          </a:p>
          <a:p>
            <a:r>
              <a:rPr lang="es-ES" sz="1600" dirty="0"/>
              <a:t> </a:t>
            </a:r>
          </a:p>
          <a:p>
            <a:pPr marL="285750" indent="-285750">
              <a:buFont typeface="Arial" panose="020B0604020202020204" pitchFamily="34" charset="0"/>
              <a:buChar char="•"/>
            </a:pPr>
            <a:r>
              <a:rPr lang="es-ES" sz="1600" b="0" i="0" u="none" strike="noStrike" dirty="0">
                <a:solidFill>
                  <a:srgbClr val="000000"/>
                </a:solidFill>
                <a:effectLst/>
              </a:rPr>
              <a:t>Los intereses de los créditos pedidos hace que entremos en perdidas al año 7.</a:t>
            </a:r>
          </a:p>
          <a:p>
            <a:endParaRPr lang="es-ES" sz="1600" b="0" i="0" u="none" strike="noStrike" dirty="0">
              <a:solidFill>
                <a:srgbClr val="000000"/>
              </a:solidFill>
              <a:effectLst/>
            </a:endParaRPr>
          </a:p>
          <a:p>
            <a:pPr marL="285750" indent="-285750">
              <a:buFont typeface="Arial" panose="020B0604020202020204" pitchFamily="34" charset="0"/>
              <a:buChar char="•"/>
            </a:pPr>
            <a:r>
              <a:rPr lang="es-ES" sz="1600" b="0" i="0" u="none" strike="noStrike" dirty="0">
                <a:solidFill>
                  <a:srgbClr val="000000"/>
                </a:solidFill>
                <a:effectLst/>
              </a:rPr>
              <a:t>Cuanto mas vendemos mas costes tenemos</a:t>
            </a:r>
            <a:r>
              <a:rPr lang="es-ES" sz="1600" dirty="0"/>
              <a:t> .</a:t>
            </a:r>
          </a:p>
          <a:p>
            <a:pPr marL="285750" indent="-285750">
              <a:buFont typeface="Arial" panose="020B0604020202020204" pitchFamily="34" charset="0"/>
              <a:buChar char="•"/>
            </a:pPr>
            <a:endParaRPr lang="es-ES" sz="1600"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p:txBody>
      </p:sp>
      <p:pic>
        <p:nvPicPr>
          <p:cNvPr id="17" name="Imatge 16">
            <a:extLst>
              <a:ext uri="{FF2B5EF4-FFF2-40B4-BE49-F238E27FC236}">
                <a16:creationId xmlns:a16="http://schemas.microsoft.com/office/drawing/2014/main" id="{903FE0C4-0371-ED28-1D86-2FC135FFD6E3}"/>
              </a:ext>
            </a:extLst>
          </p:cNvPr>
          <p:cNvPicPr>
            <a:picLocks noChangeAspect="1"/>
          </p:cNvPicPr>
          <p:nvPr/>
        </p:nvPicPr>
        <p:blipFill>
          <a:blip r:embed="rId2"/>
          <a:stretch>
            <a:fillRect/>
          </a:stretch>
        </p:blipFill>
        <p:spPr>
          <a:xfrm>
            <a:off x="1047750" y="265015"/>
            <a:ext cx="9720230" cy="3440769"/>
          </a:xfrm>
          <a:prstGeom prst="rect">
            <a:avLst/>
          </a:prstGeom>
        </p:spPr>
      </p:pic>
      <p:sp>
        <p:nvSpPr>
          <p:cNvPr id="6" name="QuadreDeText 5">
            <a:extLst>
              <a:ext uri="{FF2B5EF4-FFF2-40B4-BE49-F238E27FC236}">
                <a16:creationId xmlns:a16="http://schemas.microsoft.com/office/drawing/2014/main" id="{8D7C8458-0CE6-1B83-C700-D2EAA2517901}"/>
              </a:ext>
            </a:extLst>
          </p:cNvPr>
          <p:cNvSpPr txBox="1"/>
          <p:nvPr/>
        </p:nvSpPr>
        <p:spPr>
          <a:xfrm>
            <a:off x="5695976" y="3827414"/>
            <a:ext cx="5072004" cy="2492990"/>
          </a:xfrm>
          <a:prstGeom prst="rect">
            <a:avLst/>
          </a:prstGeom>
          <a:noFill/>
          <a:ln>
            <a:solidFill>
              <a:schemeClr val="tx1"/>
            </a:solidFill>
          </a:ln>
        </p:spPr>
        <p:txBody>
          <a:bodyPr wrap="square">
            <a:spAutoFit/>
          </a:bodyPr>
          <a:lstStyle/>
          <a:p>
            <a:pPr algn="ctr"/>
            <a:r>
              <a:rPr lang="es-ES" sz="1600" i="1" dirty="0">
                <a:solidFill>
                  <a:srgbClr val="000000"/>
                </a:solidFill>
                <a:latin typeface="Calibri" panose="020F0502020204030204" pitchFamily="34" charset="0"/>
              </a:rPr>
              <a:t>RELATO DE LAS CONCLUSIONES</a:t>
            </a:r>
          </a:p>
          <a:p>
            <a:pPr algn="just"/>
            <a:r>
              <a:rPr lang="es-ES" sz="1400" dirty="0">
                <a:solidFill>
                  <a:srgbClr val="000000"/>
                </a:solidFill>
                <a:latin typeface="Calibri" panose="020F0502020204030204" pitchFamily="34" charset="0"/>
              </a:rPr>
              <a:t>Se realiza una inversión en maquinaria, a través de créditos a L.P para aumentar las ventas. Pero al aumentar los aprovisionamientos mayor es el coste de fabricación, al mismo tiempo hemos incrementado el numero de clientes,  con ello sube  la morosidad. Para hacer frente a los problemas de tesorería,  se contratan nuevos créditos a CP,  </a:t>
            </a:r>
            <a:r>
              <a:rPr lang="es-ES" sz="1400">
                <a:solidFill>
                  <a:srgbClr val="000000"/>
                </a:solidFill>
                <a:latin typeface="Calibri" panose="020F0502020204030204" pitchFamily="34" charset="0"/>
              </a:rPr>
              <a:t>y poder hacer </a:t>
            </a:r>
            <a:r>
              <a:rPr lang="es-ES" sz="1400" dirty="0">
                <a:solidFill>
                  <a:srgbClr val="000000"/>
                </a:solidFill>
                <a:latin typeface="Calibri" panose="020F0502020204030204" pitchFamily="34" charset="0"/>
              </a:rPr>
              <a:t>frente pagos retrasados con los proveedores . Pero entre el aumento de los intereses, alto coste de producción y aumento de morosidad provoca que entremos en perdidas y para intentar frenar la debacle se decide hacer una ampliación de capital.</a:t>
            </a:r>
            <a:endParaRPr lang="ca-ES" sz="1400" dirty="0"/>
          </a:p>
        </p:txBody>
      </p:sp>
    </p:spTree>
    <p:extLst>
      <p:ext uri="{BB962C8B-B14F-4D97-AF65-F5344CB8AC3E}">
        <p14:creationId xmlns:p14="http://schemas.microsoft.com/office/powerpoint/2010/main" val="3348611608"/>
      </p:ext>
    </p:extLst>
  </p:cSld>
  <p:clrMapOvr>
    <a:masterClrMapping/>
  </p:clrMapOvr>
</p:sld>
</file>

<file path=ppt/theme/theme1.xml><?xml version="1.0" encoding="utf-8"?>
<a:theme xmlns:a="http://schemas.openxmlformats.org/drawingml/2006/main" name="Tema de l'Office">
  <a:themeElements>
    <a:clrScheme name="Oficin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icin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icin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291</Words>
  <Application>Microsoft Office PowerPoint</Application>
  <PresentationFormat>Pantalla panoràmica</PresentationFormat>
  <Paragraphs>20</Paragraphs>
  <Slides>2</Slides>
  <Notes>0</Notes>
  <HiddenSlides>0</HiddenSlides>
  <MMClips>0</MMClips>
  <ScaleCrop>false</ScaleCrop>
  <HeadingPairs>
    <vt:vector size="6" baseType="variant">
      <vt:variant>
        <vt:lpstr>Tipus de lletra utilitzats</vt:lpstr>
      </vt:variant>
      <vt:variant>
        <vt:i4>3</vt:i4>
      </vt:variant>
      <vt:variant>
        <vt:lpstr>Tema</vt:lpstr>
      </vt:variant>
      <vt:variant>
        <vt:i4>1</vt:i4>
      </vt:variant>
      <vt:variant>
        <vt:lpstr>Títols de les diapositives</vt:lpstr>
      </vt:variant>
      <vt:variant>
        <vt:i4>2</vt:i4>
      </vt:variant>
    </vt:vector>
  </HeadingPairs>
  <TitlesOfParts>
    <vt:vector size="6" baseType="lpstr">
      <vt:lpstr>Arial</vt:lpstr>
      <vt:lpstr>Calibri</vt:lpstr>
      <vt:lpstr>Calibri Light</vt:lpstr>
      <vt:lpstr>Tema de l'Office</vt:lpstr>
      <vt:lpstr>Presentació del PowerPoint</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 del PowerPoint</dc:title>
  <dc:creator>Oriol puig i Carreró</dc:creator>
  <cp:lastModifiedBy>Oriol puig i Carreró</cp:lastModifiedBy>
  <cp:revision>1</cp:revision>
  <dcterms:created xsi:type="dcterms:W3CDTF">2024-04-09T19:53:45Z</dcterms:created>
  <dcterms:modified xsi:type="dcterms:W3CDTF">2024-04-10T17:42:18Z</dcterms:modified>
</cp:coreProperties>
</file>